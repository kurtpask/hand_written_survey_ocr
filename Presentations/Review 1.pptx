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3" r:id="rId4"/>
  </p:sldMasterIdLst>
  <p:notesMasterIdLst>
    <p:notesMasterId r:id="rId14"/>
  </p:notesMasterIdLst>
  <p:handoutMasterIdLst>
    <p:handoutMasterId r:id="rId15"/>
  </p:handoutMasterIdLst>
  <p:sldIdLst>
    <p:sldId id="338" r:id="rId5"/>
    <p:sldId id="340" r:id="rId6"/>
    <p:sldId id="341" r:id="rId7"/>
    <p:sldId id="342" r:id="rId8"/>
    <p:sldId id="343" r:id="rId9"/>
    <p:sldId id="344" r:id="rId10"/>
    <p:sldId id="345" r:id="rId11"/>
    <p:sldId id="333" r:id="rId12"/>
    <p:sldId id="335" r:id="rId13"/>
  </p:sldIdLst>
  <p:sldSz cx="12188825" cy="6858000"/>
  <p:notesSz cx="7023100" cy="9309100"/>
  <p:custDataLst>
    <p:tags r:id="rId1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32" userDrawn="1">
          <p15:clr>
            <a:srgbClr val="A4A3A4"/>
          </p15:clr>
        </p15:guide>
        <p15:guide id="2" pos="2212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F38A23-1F13-4128-6881-D092DB4AEB06}" name="Brown (US), Collin R" initials="B(CR" userId="S::collin.r.brown2@boeing.com::6edd2718-e3e6-4582-b97e-930b4ea75609" providerId="AD"/>
  <p188:author id="{F68974F9-2C7B-5655-F70E-FAF233F20C59}" name="Al Di Jorio" initials="ATD" userId="Al Di Jorio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A1"/>
    <a:srgbClr val="7C2502"/>
    <a:srgbClr val="FC7420"/>
    <a:srgbClr val="5B6770"/>
    <a:srgbClr val="231F20"/>
    <a:srgbClr val="FFFFFF"/>
    <a:srgbClr val="000000"/>
    <a:srgbClr val="000C22"/>
    <a:srgbClr val="1F66A1"/>
    <a:srgbClr val="000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15" autoAdjust="0"/>
    <p:restoredTop sz="87688" autoAdjust="0"/>
  </p:normalViewPr>
  <p:slideViewPr>
    <p:cSldViewPr snapToGrid="0" showGuides="1">
      <p:cViewPr varScale="1">
        <p:scale>
          <a:sx n="72" d="100"/>
          <a:sy n="72" d="100"/>
        </p:scale>
        <p:origin x="1296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276"/>
    </p:cViewPr>
  </p:sorterViewPr>
  <p:notesViewPr>
    <p:cSldViewPr snapToGrid="0">
      <p:cViewPr varScale="1">
        <p:scale>
          <a:sx n="64" d="100"/>
          <a:sy n="64" d="100"/>
        </p:scale>
        <p:origin x="3158" y="67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896C33-E126-43CB-8B9F-8C0C6DBD97C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E0D80A-3E10-4933-9A55-6ECBB955FF06}">
      <dgm:prSet phldrT="[Text]" phldr="0"/>
      <dgm:spPr/>
      <dgm:t>
        <a:bodyPr/>
        <a:lstStyle/>
        <a:p>
          <a:r>
            <a:rPr lang="en-US"/>
            <a:t>Point to PDF Sotrage Folder</a:t>
          </a:r>
        </a:p>
      </dgm:t>
    </dgm:pt>
    <dgm:pt modelId="{5E49B854-53D0-477E-9B78-34A1B5824588}" type="parTrans" cxnId="{DE763CAC-C046-4F6E-A0A3-BEB09F380AC0}">
      <dgm:prSet/>
      <dgm:spPr/>
      <dgm:t>
        <a:bodyPr/>
        <a:lstStyle/>
        <a:p>
          <a:endParaRPr lang="en-US"/>
        </a:p>
      </dgm:t>
    </dgm:pt>
    <dgm:pt modelId="{9134DDEB-F94B-4358-ABA5-1BA29AA8ECF2}" type="sibTrans" cxnId="{DE763CAC-C046-4F6E-A0A3-BEB09F380AC0}">
      <dgm:prSet/>
      <dgm:spPr/>
      <dgm:t>
        <a:bodyPr/>
        <a:lstStyle/>
        <a:p>
          <a:endParaRPr lang="en-US"/>
        </a:p>
      </dgm:t>
    </dgm:pt>
    <dgm:pt modelId="{4B1A579A-E117-48C6-85A6-920E1239F5AC}">
      <dgm:prSet phldrT="[Text]" phldr="0"/>
      <dgm:spPr/>
      <dgm:t>
        <a:bodyPr/>
        <a:lstStyle/>
        <a:p>
          <a:r>
            <a:rPr lang="en-US"/>
            <a:t>Read in First Scanned PDF</a:t>
          </a:r>
        </a:p>
      </dgm:t>
    </dgm:pt>
    <dgm:pt modelId="{47299119-066E-4530-A5F0-4EA05AA05B78}" type="parTrans" cxnId="{FFF377A1-A90A-424A-A2BE-DD5A53A90C91}">
      <dgm:prSet/>
      <dgm:spPr/>
      <dgm:t>
        <a:bodyPr/>
        <a:lstStyle/>
        <a:p>
          <a:endParaRPr lang="en-US"/>
        </a:p>
      </dgm:t>
    </dgm:pt>
    <dgm:pt modelId="{AAABAD3E-E755-42B9-BE45-D42F021BA023}" type="sibTrans" cxnId="{FFF377A1-A90A-424A-A2BE-DD5A53A90C91}">
      <dgm:prSet/>
      <dgm:spPr/>
      <dgm:t>
        <a:bodyPr/>
        <a:lstStyle/>
        <a:p>
          <a:endParaRPr lang="en-US"/>
        </a:p>
      </dgm:t>
    </dgm:pt>
    <dgm:pt modelId="{6F680B02-392C-45A1-B32A-95EEA3DC8D77}">
      <dgm:prSet phldrT="[Text]" phldr="0"/>
      <dgm:spPr/>
      <dgm:t>
        <a:bodyPr/>
        <a:lstStyle/>
        <a:p>
          <a:r>
            <a:rPr lang="en-US"/>
            <a:t>Pre-Process PDF</a:t>
          </a:r>
        </a:p>
      </dgm:t>
    </dgm:pt>
    <dgm:pt modelId="{A74C82C6-9188-472A-849E-43CE2F4FBDEA}" type="parTrans" cxnId="{AE7A6030-CCF0-4C52-AC58-663EC8F918EB}">
      <dgm:prSet/>
      <dgm:spPr/>
      <dgm:t>
        <a:bodyPr/>
        <a:lstStyle/>
        <a:p>
          <a:endParaRPr lang="en-US"/>
        </a:p>
      </dgm:t>
    </dgm:pt>
    <dgm:pt modelId="{65F5972D-E989-491B-9CB4-F73A321AACE2}" type="sibTrans" cxnId="{AE7A6030-CCF0-4C52-AC58-663EC8F918EB}">
      <dgm:prSet/>
      <dgm:spPr/>
      <dgm:t>
        <a:bodyPr/>
        <a:lstStyle/>
        <a:p>
          <a:endParaRPr lang="en-US"/>
        </a:p>
      </dgm:t>
    </dgm:pt>
    <dgm:pt modelId="{7E30AD28-C4B8-4E56-BBC4-DA08362A7D31}">
      <dgm:prSet phldrT="[Text]" phldr="0"/>
      <dgm:spPr/>
      <dgm:t>
        <a:bodyPr/>
        <a:lstStyle/>
        <a:p>
          <a:r>
            <a:rPr lang="en-US" dirty="0"/>
            <a:t>Acquire XY Coordinates for Answer Blocks</a:t>
          </a:r>
        </a:p>
      </dgm:t>
    </dgm:pt>
    <dgm:pt modelId="{8EB56585-9A7A-4E47-8DF3-E4C969038D93}" type="parTrans" cxnId="{AA387621-9535-496E-9499-A35A1B5C50CD}">
      <dgm:prSet/>
      <dgm:spPr/>
      <dgm:t>
        <a:bodyPr/>
        <a:lstStyle/>
        <a:p>
          <a:endParaRPr lang="en-US"/>
        </a:p>
      </dgm:t>
    </dgm:pt>
    <dgm:pt modelId="{33B00FBE-3FA6-4496-87EB-9AAE13EB7490}" type="sibTrans" cxnId="{AA387621-9535-496E-9499-A35A1B5C50CD}">
      <dgm:prSet/>
      <dgm:spPr/>
      <dgm:t>
        <a:bodyPr/>
        <a:lstStyle/>
        <a:p>
          <a:endParaRPr lang="en-US"/>
        </a:p>
      </dgm:t>
    </dgm:pt>
    <dgm:pt modelId="{03223146-4AEB-46DD-8C4D-BB205E56D602}">
      <dgm:prSet phldrT="[Text]" phldr="0"/>
      <dgm:spPr/>
      <dgm:t>
        <a:bodyPr/>
        <a:lstStyle/>
        <a:p>
          <a:r>
            <a:rPr lang="en-US"/>
            <a:t>Run OCR on Answer Blocks</a:t>
          </a:r>
        </a:p>
      </dgm:t>
    </dgm:pt>
    <dgm:pt modelId="{AF6AED3D-AE69-452D-AB97-731A0250A413}" type="parTrans" cxnId="{4B790DFD-8F42-47A8-96C2-E7D8BB039849}">
      <dgm:prSet/>
      <dgm:spPr/>
      <dgm:t>
        <a:bodyPr/>
        <a:lstStyle/>
        <a:p>
          <a:endParaRPr lang="en-US"/>
        </a:p>
      </dgm:t>
    </dgm:pt>
    <dgm:pt modelId="{17DE61B4-0AFC-4DD4-8363-8010D1E3CBD0}" type="sibTrans" cxnId="{4B790DFD-8F42-47A8-96C2-E7D8BB039849}">
      <dgm:prSet/>
      <dgm:spPr/>
      <dgm:t>
        <a:bodyPr/>
        <a:lstStyle/>
        <a:p>
          <a:endParaRPr lang="en-US"/>
        </a:p>
      </dgm:t>
    </dgm:pt>
    <dgm:pt modelId="{5C5253E1-7936-4EF8-9FEB-966384D32B69}">
      <dgm:prSet phldrT="[Text]" phldr="0"/>
      <dgm:spPr/>
      <dgm:t>
        <a:bodyPr/>
        <a:lstStyle/>
        <a:p>
          <a:r>
            <a:rPr lang="en-US" dirty="0"/>
            <a:t>Store Answers in List Matrix</a:t>
          </a:r>
        </a:p>
      </dgm:t>
    </dgm:pt>
    <dgm:pt modelId="{4CC662F4-AA1B-49BF-8DA7-EE2896DFA742}" type="parTrans" cxnId="{5A560CE0-17DA-4E4C-934D-7EA9C647C89B}">
      <dgm:prSet/>
      <dgm:spPr/>
      <dgm:t>
        <a:bodyPr/>
        <a:lstStyle/>
        <a:p>
          <a:endParaRPr lang="en-US"/>
        </a:p>
      </dgm:t>
    </dgm:pt>
    <dgm:pt modelId="{60715F3D-1251-449E-9B5B-D55D14FDA3E2}" type="sibTrans" cxnId="{5A560CE0-17DA-4E4C-934D-7EA9C647C89B}">
      <dgm:prSet/>
      <dgm:spPr/>
      <dgm:t>
        <a:bodyPr/>
        <a:lstStyle/>
        <a:p>
          <a:endParaRPr lang="en-US"/>
        </a:p>
      </dgm:t>
    </dgm:pt>
    <dgm:pt modelId="{804F0ED8-2DC0-4E59-BAC6-6AE2A117A58C}">
      <dgm:prSet phldrT="[Text]" phldr="0"/>
      <dgm:spPr/>
      <dgm:t>
        <a:bodyPr/>
        <a:lstStyle/>
        <a:p>
          <a:r>
            <a:rPr lang="en-US"/>
            <a:t>Run LLM On Answers</a:t>
          </a:r>
          <a:endParaRPr lang="en-US" dirty="0"/>
        </a:p>
      </dgm:t>
    </dgm:pt>
    <dgm:pt modelId="{DFC86231-E3E4-4519-BC44-6F5749ADF465}" type="parTrans" cxnId="{CB53A3E7-0569-4097-94C2-2D1399C76F02}">
      <dgm:prSet/>
      <dgm:spPr/>
      <dgm:t>
        <a:bodyPr/>
        <a:lstStyle/>
        <a:p>
          <a:endParaRPr lang="en-US"/>
        </a:p>
      </dgm:t>
    </dgm:pt>
    <dgm:pt modelId="{ADD24263-E7AF-4844-97FC-3BAE7BFB1E40}" type="sibTrans" cxnId="{CB53A3E7-0569-4097-94C2-2D1399C76F02}">
      <dgm:prSet/>
      <dgm:spPr/>
      <dgm:t>
        <a:bodyPr/>
        <a:lstStyle/>
        <a:p>
          <a:endParaRPr lang="en-US"/>
        </a:p>
      </dgm:t>
    </dgm:pt>
    <dgm:pt modelId="{1A010B8E-FF84-4975-83AC-42B2B171606E}" type="pres">
      <dgm:prSet presAssocID="{4A896C33-E126-43CB-8B9F-8C0C6DBD97CA}" presName="Name0" presStyleCnt="0">
        <dgm:presLayoutVars>
          <dgm:dir/>
          <dgm:resizeHandles val="exact"/>
        </dgm:presLayoutVars>
      </dgm:prSet>
      <dgm:spPr/>
    </dgm:pt>
    <dgm:pt modelId="{C72BC080-745C-4693-B0E1-B971C2FAF36E}" type="pres">
      <dgm:prSet presAssocID="{69E0D80A-3E10-4933-9A55-6ECBB955FF06}" presName="node" presStyleLbl="node1" presStyleIdx="0" presStyleCnt="7">
        <dgm:presLayoutVars>
          <dgm:bulletEnabled val="1"/>
        </dgm:presLayoutVars>
      </dgm:prSet>
      <dgm:spPr/>
    </dgm:pt>
    <dgm:pt modelId="{1F7CE744-BE5D-44D3-A119-0BB72FA03763}" type="pres">
      <dgm:prSet presAssocID="{9134DDEB-F94B-4358-ABA5-1BA29AA8ECF2}" presName="sibTrans" presStyleLbl="sibTrans2D1" presStyleIdx="0" presStyleCnt="6"/>
      <dgm:spPr/>
    </dgm:pt>
    <dgm:pt modelId="{DCE6F01D-DBF4-49A6-A9D9-FA2AE9D5FB43}" type="pres">
      <dgm:prSet presAssocID="{9134DDEB-F94B-4358-ABA5-1BA29AA8ECF2}" presName="connectorText" presStyleLbl="sibTrans2D1" presStyleIdx="0" presStyleCnt="6"/>
      <dgm:spPr/>
    </dgm:pt>
    <dgm:pt modelId="{983502C5-3E69-4170-9500-2482BDA3E97C}" type="pres">
      <dgm:prSet presAssocID="{4B1A579A-E117-48C6-85A6-920E1239F5AC}" presName="node" presStyleLbl="node1" presStyleIdx="1" presStyleCnt="7">
        <dgm:presLayoutVars>
          <dgm:bulletEnabled val="1"/>
        </dgm:presLayoutVars>
      </dgm:prSet>
      <dgm:spPr/>
    </dgm:pt>
    <dgm:pt modelId="{33D367ED-EBFE-4E47-8EA6-43BFF94A8C92}" type="pres">
      <dgm:prSet presAssocID="{AAABAD3E-E755-42B9-BE45-D42F021BA023}" presName="sibTrans" presStyleLbl="sibTrans2D1" presStyleIdx="1" presStyleCnt="6"/>
      <dgm:spPr/>
    </dgm:pt>
    <dgm:pt modelId="{4249B0AB-F748-44CD-9C2F-B34466A32C96}" type="pres">
      <dgm:prSet presAssocID="{AAABAD3E-E755-42B9-BE45-D42F021BA023}" presName="connectorText" presStyleLbl="sibTrans2D1" presStyleIdx="1" presStyleCnt="6"/>
      <dgm:spPr/>
    </dgm:pt>
    <dgm:pt modelId="{17279F97-CF6E-406E-8D2B-0405C552BCD5}" type="pres">
      <dgm:prSet presAssocID="{6F680B02-392C-45A1-B32A-95EEA3DC8D77}" presName="node" presStyleLbl="node1" presStyleIdx="2" presStyleCnt="7">
        <dgm:presLayoutVars>
          <dgm:bulletEnabled val="1"/>
        </dgm:presLayoutVars>
      </dgm:prSet>
      <dgm:spPr/>
    </dgm:pt>
    <dgm:pt modelId="{5007A931-4EEF-49A9-A24D-927F0520CDC0}" type="pres">
      <dgm:prSet presAssocID="{65F5972D-E989-491B-9CB4-F73A321AACE2}" presName="sibTrans" presStyleLbl="sibTrans2D1" presStyleIdx="2" presStyleCnt="6"/>
      <dgm:spPr/>
    </dgm:pt>
    <dgm:pt modelId="{7B145B0B-4FC8-43ED-A1B1-88B5EDA01627}" type="pres">
      <dgm:prSet presAssocID="{65F5972D-E989-491B-9CB4-F73A321AACE2}" presName="connectorText" presStyleLbl="sibTrans2D1" presStyleIdx="2" presStyleCnt="6"/>
      <dgm:spPr/>
    </dgm:pt>
    <dgm:pt modelId="{31EEF235-B120-4B68-AEE9-CEE62809F796}" type="pres">
      <dgm:prSet presAssocID="{7E30AD28-C4B8-4E56-BBC4-DA08362A7D31}" presName="node" presStyleLbl="node1" presStyleIdx="3" presStyleCnt="7">
        <dgm:presLayoutVars>
          <dgm:bulletEnabled val="1"/>
        </dgm:presLayoutVars>
      </dgm:prSet>
      <dgm:spPr/>
    </dgm:pt>
    <dgm:pt modelId="{E8837E48-BD7E-4950-8FCA-8F5E033F539F}" type="pres">
      <dgm:prSet presAssocID="{33B00FBE-3FA6-4496-87EB-9AAE13EB7490}" presName="sibTrans" presStyleLbl="sibTrans2D1" presStyleIdx="3" presStyleCnt="6"/>
      <dgm:spPr/>
    </dgm:pt>
    <dgm:pt modelId="{E6B60050-527C-4879-8FA3-04A55AD7BC0B}" type="pres">
      <dgm:prSet presAssocID="{33B00FBE-3FA6-4496-87EB-9AAE13EB7490}" presName="connectorText" presStyleLbl="sibTrans2D1" presStyleIdx="3" presStyleCnt="6"/>
      <dgm:spPr/>
    </dgm:pt>
    <dgm:pt modelId="{312D962C-17BF-4884-A2B3-9D71D909D703}" type="pres">
      <dgm:prSet presAssocID="{03223146-4AEB-46DD-8C4D-BB205E56D602}" presName="node" presStyleLbl="node1" presStyleIdx="4" presStyleCnt="7">
        <dgm:presLayoutVars>
          <dgm:bulletEnabled val="1"/>
        </dgm:presLayoutVars>
      </dgm:prSet>
      <dgm:spPr/>
    </dgm:pt>
    <dgm:pt modelId="{6832E61B-CD06-4204-B38B-7CD24D0ABFD8}" type="pres">
      <dgm:prSet presAssocID="{17DE61B4-0AFC-4DD4-8363-8010D1E3CBD0}" presName="sibTrans" presStyleLbl="sibTrans2D1" presStyleIdx="4" presStyleCnt="6"/>
      <dgm:spPr/>
    </dgm:pt>
    <dgm:pt modelId="{BAAEDD9A-774C-4433-A022-7C06E3983C1B}" type="pres">
      <dgm:prSet presAssocID="{17DE61B4-0AFC-4DD4-8363-8010D1E3CBD0}" presName="connectorText" presStyleLbl="sibTrans2D1" presStyleIdx="4" presStyleCnt="6"/>
      <dgm:spPr/>
    </dgm:pt>
    <dgm:pt modelId="{F54C7550-21EB-4E41-986A-3DA74CA2ECD1}" type="pres">
      <dgm:prSet presAssocID="{5C5253E1-7936-4EF8-9FEB-966384D32B69}" presName="node" presStyleLbl="node1" presStyleIdx="5" presStyleCnt="7">
        <dgm:presLayoutVars>
          <dgm:bulletEnabled val="1"/>
        </dgm:presLayoutVars>
      </dgm:prSet>
      <dgm:spPr/>
    </dgm:pt>
    <dgm:pt modelId="{B0311A03-335D-4320-8EBF-6EA3D95E8A5B}" type="pres">
      <dgm:prSet presAssocID="{60715F3D-1251-449E-9B5B-D55D14FDA3E2}" presName="sibTrans" presStyleLbl="sibTrans2D1" presStyleIdx="5" presStyleCnt="6"/>
      <dgm:spPr/>
    </dgm:pt>
    <dgm:pt modelId="{B248D5FF-E489-45AC-AEE7-786AC171645F}" type="pres">
      <dgm:prSet presAssocID="{60715F3D-1251-449E-9B5B-D55D14FDA3E2}" presName="connectorText" presStyleLbl="sibTrans2D1" presStyleIdx="5" presStyleCnt="6"/>
      <dgm:spPr/>
    </dgm:pt>
    <dgm:pt modelId="{8F0E975D-1A7F-402F-9F64-BC1F6BC0B50D}" type="pres">
      <dgm:prSet presAssocID="{804F0ED8-2DC0-4E59-BAC6-6AE2A117A58C}" presName="node" presStyleLbl="node1" presStyleIdx="6" presStyleCnt="7">
        <dgm:presLayoutVars>
          <dgm:bulletEnabled val="1"/>
        </dgm:presLayoutVars>
      </dgm:prSet>
      <dgm:spPr/>
    </dgm:pt>
  </dgm:ptLst>
  <dgm:cxnLst>
    <dgm:cxn modelId="{7F76E101-8115-4F87-B6C7-CE07A146F054}" type="presOf" srcId="{65F5972D-E989-491B-9CB4-F73A321AACE2}" destId="{5007A931-4EEF-49A9-A24D-927F0520CDC0}" srcOrd="0" destOrd="0" presId="urn:microsoft.com/office/officeart/2005/8/layout/process1"/>
    <dgm:cxn modelId="{2CC5820B-7F5A-4B1E-81BC-96CAA66FEC26}" type="presOf" srcId="{60715F3D-1251-449E-9B5B-D55D14FDA3E2}" destId="{B248D5FF-E489-45AC-AEE7-786AC171645F}" srcOrd="1" destOrd="0" presId="urn:microsoft.com/office/officeart/2005/8/layout/process1"/>
    <dgm:cxn modelId="{6391D10D-9BC4-4DD4-A2ED-951E719977E6}" type="presOf" srcId="{9134DDEB-F94B-4358-ABA5-1BA29AA8ECF2}" destId="{DCE6F01D-DBF4-49A6-A9D9-FA2AE9D5FB43}" srcOrd="1" destOrd="0" presId="urn:microsoft.com/office/officeart/2005/8/layout/process1"/>
    <dgm:cxn modelId="{AA387621-9535-496E-9499-A35A1B5C50CD}" srcId="{4A896C33-E126-43CB-8B9F-8C0C6DBD97CA}" destId="{7E30AD28-C4B8-4E56-BBC4-DA08362A7D31}" srcOrd="3" destOrd="0" parTransId="{8EB56585-9A7A-4E47-8DF3-E4C969038D93}" sibTransId="{33B00FBE-3FA6-4496-87EB-9AAE13EB7490}"/>
    <dgm:cxn modelId="{54893525-9D6C-4546-8E32-B90740278A99}" type="presOf" srcId="{60715F3D-1251-449E-9B5B-D55D14FDA3E2}" destId="{B0311A03-335D-4320-8EBF-6EA3D95E8A5B}" srcOrd="0" destOrd="0" presId="urn:microsoft.com/office/officeart/2005/8/layout/process1"/>
    <dgm:cxn modelId="{AE7A6030-CCF0-4C52-AC58-663EC8F918EB}" srcId="{4A896C33-E126-43CB-8B9F-8C0C6DBD97CA}" destId="{6F680B02-392C-45A1-B32A-95EEA3DC8D77}" srcOrd="2" destOrd="0" parTransId="{A74C82C6-9188-472A-849E-43CE2F4FBDEA}" sibTransId="{65F5972D-E989-491B-9CB4-F73A321AACE2}"/>
    <dgm:cxn modelId="{6584B731-E023-43C6-937F-8A9191FC246F}" type="presOf" srcId="{03223146-4AEB-46DD-8C4D-BB205E56D602}" destId="{312D962C-17BF-4884-A2B3-9D71D909D703}" srcOrd="0" destOrd="0" presId="urn:microsoft.com/office/officeart/2005/8/layout/process1"/>
    <dgm:cxn modelId="{EFA47B37-263D-437B-9A39-20C701EC5146}" type="presOf" srcId="{AAABAD3E-E755-42B9-BE45-D42F021BA023}" destId="{4249B0AB-F748-44CD-9C2F-B34466A32C96}" srcOrd="1" destOrd="0" presId="urn:microsoft.com/office/officeart/2005/8/layout/process1"/>
    <dgm:cxn modelId="{5C25A93B-FA3D-45CD-BEDF-DCE05C663D11}" type="presOf" srcId="{9134DDEB-F94B-4358-ABA5-1BA29AA8ECF2}" destId="{1F7CE744-BE5D-44D3-A119-0BB72FA03763}" srcOrd="0" destOrd="0" presId="urn:microsoft.com/office/officeart/2005/8/layout/process1"/>
    <dgm:cxn modelId="{EE25F55E-DE2C-42E5-AFB2-AFE859FE3695}" type="presOf" srcId="{17DE61B4-0AFC-4DD4-8363-8010D1E3CBD0}" destId="{6832E61B-CD06-4204-B38B-7CD24D0ABFD8}" srcOrd="0" destOrd="0" presId="urn:microsoft.com/office/officeart/2005/8/layout/process1"/>
    <dgm:cxn modelId="{94788369-9611-482A-959F-E7830C46F124}" type="presOf" srcId="{33B00FBE-3FA6-4496-87EB-9AAE13EB7490}" destId="{E6B60050-527C-4879-8FA3-04A55AD7BC0B}" srcOrd="1" destOrd="0" presId="urn:microsoft.com/office/officeart/2005/8/layout/process1"/>
    <dgm:cxn modelId="{230AF36B-8460-4889-9EA7-F8915E1A3DB0}" type="presOf" srcId="{5C5253E1-7936-4EF8-9FEB-966384D32B69}" destId="{F54C7550-21EB-4E41-986A-3DA74CA2ECD1}" srcOrd="0" destOrd="0" presId="urn:microsoft.com/office/officeart/2005/8/layout/process1"/>
    <dgm:cxn modelId="{AEEEF357-0AC7-43F9-8AD8-E61956122D2A}" type="presOf" srcId="{804F0ED8-2DC0-4E59-BAC6-6AE2A117A58C}" destId="{8F0E975D-1A7F-402F-9F64-BC1F6BC0B50D}" srcOrd="0" destOrd="0" presId="urn:microsoft.com/office/officeart/2005/8/layout/process1"/>
    <dgm:cxn modelId="{B0CF2759-CA01-417B-A4E4-6FD4080CD632}" type="presOf" srcId="{69E0D80A-3E10-4933-9A55-6ECBB955FF06}" destId="{C72BC080-745C-4693-B0E1-B971C2FAF36E}" srcOrd="0" destOrd="0" presId="urn:microsoft.com/office/officeart/2005/8/layout/process1"/>
    <dgm:cxn modelId="{D853398F-DC1B-40B1-A155-E38F4E9530F6}" type="presOf" srcId="{4B1A579A-E117-48C6-85A6-920E1239F5AC}" destId="{983502C5-3E69-4170-9500-2482BDA3E97C}" srcOrd="0" destOrd="0" presId="urn:microsoft.com/office/officeart/2005/8/layout/process1"/>
    <dgm:cxn modelId="{FFF377A1-A90A-424A-A2BE-DD5A53A90C91}" srcId="{4A896C33-E126-43CB-8B9F-8C0C6DBD97CA}" destId="{4B1A579A-E117-48C6-85A6-920E1239F5AC}" srcOrd="1" destOrd="0" parTransId="{47299119-066E-4530-A5F0-4EA05AA05B78}" sibTransId="{AAABAD3E-E755-42B9-BE45-D42F021BA023}"/>
    <dgm:cxn modelId="{063DF0A6-B4B0-4ECF-A1CD-60D6D26B5C06}" type="presOf" srcId="{65F5972D-E989-491B-9CB4-F73A321AACE2}" destId="{7B145B0B-4FC8-43ED-A1B1-88B5EDA01627}" srcOrd="1" destOrd="0" presId="urn:microsoft.com/office/officeart/2005/8/layout/process1"/>
    <dgm:cxn modelId="{DE763CAC-C046-4F6E-A0A3-BEB09F380AC0}" srcId="{4A896C33-E126-43CB-8B9F-8C0C6DBD97CA}" destId="{69E0D80A-3E10-4933-9A55-6ECBB955FF06}" srcOrd="0" destOrd="0" parTransId="{5E49B854-53D0-477E-9B78-34A1B5824588}" sibTransId="{9134DDEB-F94B-4358-ABA5-1BA29AA8ECF2}"/>
    <dgm:cxn modelId="{43F35CB4-3EAF-4FA3-8E66-909B41EEC4A4}" type="presOf" srcId="{17DE61B4-0AFC-4DD4-8363-8010D1E3CBD0}" destId="{BAAEDD9A-774C-4433-A022-7C06E3983C1B}" srcOrd="1" destOrd="0" presId="urn:microsoft.com/office/officeart/2005/8/layout/process1"/>
    <dgm:cxn modelId="{E83A3CBD-93B0-4F2C-9488-4012458F79FC}" type="presOf" srcId="{7E30AD28-C4B8-4E56-BBC4-DA08362A7D31}" destId="{31EEF235-B120-4B68-AEE9-CEE62809F796}" srcOrd="0" destOrd="0" presId="urn:microsoft.com/office/officeart/2005/8/layout/process1"/>
    <dgm:cxn modelId="{C320ADBF-D979-4343-97B8-CDA816533658}" type="presOf" srcId="{4A896C33-E126-43CB-8B9F-8C0C6DBD97CA}" destId="{1A010B8E-FF84-4975-83AC-42B2B171606E}" srcOrd="0" destOrd="0" presId="urn:microsoft.com/office/officeart/2005/8/layout/process1"/>
    <dgm:cxn modelId="{80503ED8-8E2B-4B15-AD0B-16B0B0DA039C}" type="presOf" srcId="{6F680B02-392C-45A1-B32A-95EEA3DC8D77}" destId="{17279F97-CF6E-406E-8D2B-0405C552BCD5}" srcOrd="0" destOrd="0" presId="urn:microsoft.com/office/officeart/2005/8/layout/process1"/>
    <dgm:cxn modelId="{5A560CE0-17DA-4E4C-934D-7EA9C647C89B}" srcId="{4A896C33-E126-43CB-8B9F-8C0C6DBD97CA}" destId="{5C5253E1-7936-4EF8-9FEB-966384D32B69}" srcOrd="5" destOrd="0" parTransId="{4CC662F4-AA1B-49BF-8DA7-EE2896DFA742}" sibTransId="{60715F3D-1251-449E-9B5B-D55D14FDA3E2}"/>
    <dgm:cxn modelId="{5858D8E6-B6EA-4872-8C58-6BB559E649EE}" type="presOf" srcId="{AAABAD3E-E755-42B9-BE45-D42F021BA023}" destId="{33D367ED-EBFE-4E47-8EA6-43BFF94A8C92}" srcOrd="0" destOrd="0" presId="urn:microsoft.com/office/officeart/2005/8/layout/process1"/>
    <dgm:cxn modelId="{CB53A3E7-0569-4097-94C2-2D1399C76F02}" srcId="{4A896C33-E126-43CB-8B9F-8C0C6DBD97CA}" destId="{804F0ED8-2DC0-4E59-BAC6-6AE2A117A58C}" srcOrd="6" destOrd="0" parTransId="{DFC86231-E3E4-4519-BC44-6F5749ADF465}" sibTransId="{ADD24263-E7AF-4844-97FC-3BAE7BFB1E40}"/>
    <dgm:cxn modelId="{680C41E9-4405-4699-8007-F96968A66BF8}" type="presOf" srcId="{33B00FBE-3FA6-4496-87EB-9AAE13EB7490}" destId="{E8837E48-BD7E-4950-8FCA-8F5E033F539F}" srcOrd="0" destOrd="0" presId="urn:microsoft.com/office/officeart/2005/8/layout/process1"/>
    <dgm:cxn modelId="{4B790DFD-8F42-47A8-96C2-E7D8BB039849}" srcId="{4A896C33-E126-43CB-8B9F-8C0C6DBD97CA}" destId="{03223146-4AEB-46DD-8C4D-BB205E56D602}" srcOrd="4" destOrd="0" parTransId="{AF6AED3D-AE69-452D-AB97-731A0250A413}" sibTransId="{17DE61B4-0AFC-4DD4-8363-8010D1E3CBD0}"/>
    <dgm:cxn modelId="{F6D03391-B00D-4E46-88AE-D0373F51DD4F}" type="presParOf" srcId="{1A010B8E-FF84-4975-83AC-42B2B171606E}" destId="{C72BC080-745C-4693-B0E1-B971C2FAF36E}" srcOrd="0" destOrd="0" presId="urn:microsoft.com/office/officeart/2005/8/layout/process1"/>
    <dgm:cxn modelId="{1F346980-43D3-4A16-81C5-E81CC5B19214}" type="presParOf" srcId="{1A010B8E-FF84-4975-83AC-42B2B171606E}" destId="{1F7CE744-BE5D-44D3-A119-0BB72FA03763}" srcOrd="1" destOrd="0" presId="urn:microsoft.com/office/officeart/2005/8/layout/process1"/>
    <dgm:cxn modelId="{21999F5A-7C55-4794-8FE3-AE934F916005}" type="presParOf" srcId="{1F7CE744-BE5D-44D3-A119-0BB72FA03763}" destId="{DCE6F01D-DBF4-49A6-A9D9-FA2AE9D5FB43}" srcOrd="0" destOrd="0" presId="urn:microsoft.com/office/officeart/2005/8/layout/process1"/>
    <dgm:cxn modelId="{701E8A8C-1DA9-4F06-A9AA-10CB8D402DEA}" type="presParOf" srcId="{1A010B8E-FF84-4975-83AC-42B2B171606E}" destId="{983502C5-3E69-4170-9500-2482BDA3E97C}" srcOrd="2" destOrd="0" presId="urn:microsoft.com/office/officeart/2005/8/layout/process1"/>
    <dgm:cxn modelId="{F0491291-A616-4D0E-8DDF-F46A1ADDD4FF}" type="presParOf" srcId="{1A010B8E-FF84-4975-83AC-42B2B171606E}" destId="{33D367ED-EBFE-4E47-8EA6-43BFF94A8C92}" srcOrd="3" destOrd="0" presId="urn:microsoft.com/office/officeart/2005/8/layout/process1"/>
    <dgm:cxn modelId="{B63BF4FB-7DCD-4E9A-A6C4-CFEF9F09FE1D}" type="presParOf" srcId="{33D367ED-EBFE-4E47-8EA6-43BFF94A8C92}" destId="{4249B0AB-F748-44CD-9C2F-B34466A32C96}" srcOrd="0" destOrd="0" presId="urn:microsoft.com/office/officeart/2005/8/layout/process1"/>
    <dgm:cxn modelId="{6C9488A3-1E15-43B0-8970-743D538FB036}" type="presParOf" srcId="{1A010B8E-FF84-4975-83AC-42B2B171606E}" destId="{17279F97-CF6E-406E-8D2B-0405C552BCD5}" srcOrd="4" destOrd="0" presId="urn:microsoft.com/office/officeart/2005/8/layout/process1"/>
    <dgm:cxn modelId="{ADD2A94D-11FA-4F5B-A533-F8ED7E339392}" type="presParOf" srcId="{1A010B8E-FF84-4975-83AC-42B2B171606E}" destId="{5007A931-4EEF-49A9-A24D-927F0520CDC0}" srcOrd="5" destOrd="0" presId="urn:microsoft.com/office/officeart/2005/8/layout/process1"/>
    <dgm:cxn modelId="{586B28E1-1CC7-4CD5-B7B8-B5AD2D1763C1}" type="presParOf" srcId="{5007A931-4EEF-49A9-A24D-927F0520CDC0}" destId="{7B145B0B-4FC8-43ED-A1B1-88B5EDA01627}" srcOrd="0" destOrd="0" presId="urn:microsoft.com/office/officeart/2005/8/layout/process1"/>
    <dgm:cxn modelId="{96DBE26A-507A-4F17-A32C-AC1B5D71AC30}" type="presParOf" srcId="{1A010B8E-FF84-4975-83AC-42B2B171606E}" destId="{31EEF235-B120-4B68-AEE9-CEE62809F796}" srcOrd="6" destOrd="0" presId="urn:microsoft.com/office/officeart/2005/8/layout/process1"/>
    <dgm:cxn modelId="{F0B8A09E-7F1D-49EA-9A3D-1C6557E9CD58}" type="presParOf" srcId="{1A010B8E-FF84-4975-83AC-42B2B171606E}" destId="{E8837E48-BD7E-4950-8FCA-8F5E033F539F}" srcOrd="7" destOrd="0" presId="urn:microsoft.com/office/officeart/2005/8/layout/process1"/>
    <dgm:cxn modelId="{739CB646-56FA-4142-9DA6-F0D4B1A03D51}" type="presParOf" srcId="{E8837E48-BD7E-4950-8FCA-8F5E033F539F}" destId="{E6B60050-527C-4879-8FA3-04A55AD7BC0B}" srcOrd="0" destOrd="0" presId="urn:microsoft.com/office/officeart/2005/8/layout/process1"/>
    <dgm:cxn modelId="{7022B7E3-9C0F-4901-9E78-E7CAB61DAF1F}" type="presParOf" srcId="{1A010B8E-FF84-4975-83AC-42B2B171606E}" destId="{312D962C-17BF-4884-A2B3-9D71D909D703}" srcOrd="8" destOrd="0" presId="urn:microsoft.com/office/officeart/2005/8/layout/process1"/>
    <dgm:cxn modelId="{9D574533-8518-452E-9454-9196F146D505}" type="presParOf" srcId="{1A010B8E-FF84-4975-83AC-42B2B171606E}" destId="{6832E61B-CD06-4204-B38B-7CD24D0ABFD8}" srcOrd="9" destOrd="0" presId="urn:microsoft.com/office/officeart/2005/8/layout/process1"/>
    <dgm:cxn modelId="{71B86875-41FC-4023-A926-28E3D6094D2B}" type="presParOf" srcId="{6832E61B-CD06-4204-B38B-7CD24D0ABFD8}" destId="{BAAEDD9A-774C-4433-A022-7C06E3983C1B}" srcOrd="0" destOrd="0" presId="urn:microsoft.com/office/officeart/2005/8/layout/process1"/>
    <dgm:cxn modelId="{00EC8DE3-E0BA-4381-BF80-7EA3901247FB}" type="presParOf" srcId="{1A010B8E-FF84-4975-83AC-42B2B171606E}" destId="{F54C7550-21EB-4E41-986A-3DA74CA2ECD1}" srcOrd="10" destOrd="0" presId="urn:microsoft.com/office/officeart/2005/8/layout/process1"/>
    <dgm:cxn modelId="{7BE601BC-1FE0-4A03-876E-F553F5832011}" type="presParOf" srcId="{1A010B8E-FF84-4975-83AC-42B2B171606E}" destId="{B0311A03-335D-4320-8EBF-6EA3D95E8A5B}" srcOrd="11" destOrd="0" presId="urn:microsoft.com/office/officeart/2005/8/layout/process1"/>
    <dgm:cxn modelId="{1C4EB312-F208-4457-BB67-D71C2DD4CF2B}" type="presParOf" srcId="{B0311A03-335D-4320-8EBF-6EA3D95E8A5B}" destId="{B248D5FF-E489-45AC-AEE7-786AC171645F}" srcOrd="0" destOrd="0" presId="urn:microsoft.com/office/officeart/2005/8/layout/process1"/>
    <dgm:cxn modelId="{4F833EF7-A6B5-40F5-9126-159F0688956C}" type="presParOf" srcId="{1A010B8E-FF84-4975-83AC-42B2B171606E}" destId="{8F0E975D-1A7F-402F-9F64-BC1F6BC0B50D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2BC080-745C-4693-B0E1-B971C2FAF36E}">
      <dsp:nvSpPr>
        <dsp:cNvPr id="0" name=""/>
        <dsp:cNvSpPr/>
      </dsp:nvSpPr>
      <dsp:spPr>
        <a:xfrm>
          <a:off x="3422" y="1307126"/>
          <a:ext cx="1295955" cy="1032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Point to PDF Sotrage Folder</a:t>
          </a:r>
        </a:p>
      </dsp:txBody>
      <dsp:txXfrm>
        <a:off x="33669" y="1337373"/>
        <a:ext cx="1235461" cy="972220"/>
      </dsp:txXfrm>
    </dsp:sp>
    <dsp:sp modelId="{1F7CE744-BE5D-44D3-A119-0BB72FA03763}">
      <dsp:nvSpPr>
        <dsp:cNvPr id="0" name=""/>
        <dsp:cNvSpPr/>
      </dsp:nvSpPr>
      <dsp:spPr>
        <a:xfrm>
          <a:off x="1428973" y="1662785"/>
          <a:ext cx="274742" cy="3213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428973" y="1727064"/>
        <a:ext cx="192319" cy="192838"/>
      </dsp:txXfrm>
    </dsp:sp>
    <dsp:sp modelId="{983502C5-3E69-4170-9500-2482BDA3E97C}">
      <dsp:nvSpPr>
        <dsp:cNvPr id="0" name=""/>
        <dsp:cNvSpPr/>
      </dsp:nvSpPr>
      <dsp:spPr>
        <a:xfrm>
          <a:off x="1817759" y="1307126"/>
          <a:ext cx="1295955" cy="1032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Read in First Scanned PDF</a:t>
          </a:r>
        </a:p>
      </dsp:txBody>
      <dsp:txXfrm>
        <a:off x="1848006" y="1337373"/>
        <a:ext cx="1235461" cy="972220"/>
      </dsp:txXfrm>
    </dsp:sp>
    <dsp:sp modelId="{33D367ED-EBFE-4E47-8EA6-43BFF94A8C92}">
      <dsp:nvSpPr>
        <dsp:cNvPr id="0" name=""/>
        <dsp:cNvSpPr/>
      </dsp:nvSpPr>
      <dsp:spPr>
        <a:xfrm>
          <a:off x="3243310" y="1662785"/>
          <a:ext cx="274742" cy="3213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243310" y="1727064"/>
        <a:ext cx="192319" cy="192838"/>
      </dsp:txXfrm>
    </dsp:sp>
    <dsp:sp modelId="{17279F97-CF6E-406E-8D2B-0405C552BCD5}">
      <dsp:nvSpPr>
        <dsp:cNvPr id="0" name=""/>
        <dsp:cNvSpPr/>
      </dsp:nvSpPr>
      <dsp:spPr>
        <a:xfrm>
          <a:off x="3632097" y="1307126"/>
          <a:ext cx="1295955" cy="1032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Pre-Process PDF</a:t>
          </a:r>
        </a:p>
      </dsp:txBody>
      <dsp:txXfrm>
        <a:off x="3662344" y="1337373"/>
        <a:ext cx="1235461" cy="972220"/>
      </dsp:txXfrm>
    </dsp:sp>
    <dsp:sp modelId="{5007A931-4EEF-49A9-A24D-927F0520CDC0}">
      <dsp:nvSpPr>
        <dsp:cNvPr id="0" name=""/>
        <dsp:cNvSpPr/>
      </dsp:nvSpPr>
      <dsp:spPr>
        <a:xfrm>
          <a:off x="5057648" y="1662785"/>
          <a:ext cx="274742" cy="3213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057648" y="1727064"/>
        <a:ext cx="192319" cy="192838"/>
      </dsp:txXfrm>
    </dsp:sp>
    <dsp:sp modelId="{31EEF235-B120-4B68-AEE9-CEE62809F796}">
      <dsp:nvSpPr>
        <dsp:cNvPr id="0" name=""/>
        <dsp:cNvSpPr/>
      </dsp:nvSpPr>
      <dsp:spPr>
        <a:xfrm>
          <a:off x="5446434" y="1307126"/>
          <a:ext cx="1295955" cy="1032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Acquire XY Coordinates for Answer Blocks</a:t>
          </a:r>
        </a:p>
      </dsp:txBody>
      <dsp:txXfrm>
        <a:off x="5476681" y="1337373"/>
        <a:ext cx="1235461" cy="972220"/>
      </dsp:txXfrm>
    </dsp:sp>
    <dsp:sp modelId="{E8837E48-BD7E-4950-8FCA-8F5E033F539F}">
      <dsp:nvSpPr>
        <dsp:cNvPr id="0" name=""/>
        <dsp:cNvSpPr/>
      </dsp:nvSpPr>
      <dsp:spPr>
        <a:xfrm>
          <a:off x="6871985" y="1662785"/>
          <a:ext cx="274742" cy="3213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871985" y="1727064"/>
        <a:ext cx="192319" cy="192838"/>
      </dsp:txXfrm>
    </dsp:sp>
    <dsp:sp modelId="{312D962C-17BF-4884-A2B3-9D71D909D703}">
      <dsp:nvSpPr>
        <dsp:cNvPr id="0" name=""/>
        <dsp:cNvSpPr/>
      </dsp:nvSpPr>
      <dsp:spPr>
        <a:xfrm>
          <a:off x="7260772" y="1307126"/>
          <a:ext cx="1295955" cy="1032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Run OCR on Answer Blocks</a:t>
          </a:r>
        </a:p>
      </dsp:txBody>
      <dsp:txXfrm>
        <a:off x="7291019" y="1337373"/>
        <a:ext cx="1235461" cy="972220"/>
      </dsp:txXfrm>
    </dsp:sp>
    <dsp:sp modelId="{6832E61B-CD06-4204-B38B-7CD24D0ABFD8}">
      <dsp:nvSpPr>
        <dsp:cNvPr id="0" name=""/>
        <dsp:cNvSpPr/>
      </dsp:nvSpPr>
      <dsp:spPr>
        <a:xfrm>
          <a:off x="8686323" y="1662785"/>
          <a:ext cx="274742" cy="3213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8686323" y="1727064"/>
        <a:ext cx="192319" cy="192838"/>
      </dsp:txXfrm>
    </dsp:sp>
    <dsp:sp modelId="{F54C7550-21EB-4E41-986A-3DA74CA2ECD1}">
      <dsp:nvSpPr>
        <dsp:cNvPr id="0" name=""/>
        <dsp:cNvSpPr/>
      </dsp:nvSpPr>
      <dsp:spPr>
        <a:xfrm>
          <a:off x="9075109" y="1307126"/>
          <a:ext cx="1295955" cy="1032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Store Answers in List Matrix</a:t>
          </a:r>
        </a:p>
      </dsp:txBody>
      <dsp:txXfrm>
        <a:off x="9105356" y="1337373"/>
        <a:ext cx="1235461" cy="972220"/>
      </dsp:txXfrm>
    </dsp:sp>
    <dsp:sp modelId="{B0311A03-335D-4320-8EBF-6EA3D95E8A5B}">
      <dsp:nvSpPr>
        <dsp:cNvPr id="0" name=""/>
        <dsp:cNvSpPr/>
      </dsp:nvSpPr>
      <dsp:spPr>
        <a:xfrm>
          <a:off x="10500660" y="1662785"/>
          <a:ext cx="274742" cy="3213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0500660" y="1727064"/>
        <a:ext cx="192319" cy="192838"/>
      </dsp:txXfrm>
    </dsp:sp>
    <dsp:sp modelId="{8F0E975D-1A7F-402F-9F64-BC1F6BC0B50D}">
      <dsp:nvSpPr>
        <dsp:cNvPr id="0" name=""/>
        <dsp:cNvSpPr/>
      </dsp:nvSpPr>
      <dsp:spPr>
        <a:xfrm>
          <a:off x="10889447" y="1307126"/>
          <a:ext cx="1295955" cy="1032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Run LLM On Answers</a:t>
          </a:r>
          <a:endParaRPr lang="en-US" sz="1600" kern="1200" dirty="0"/>
        </a:p>
      </dsp:txBody>
      <dsp:txXfrm>
        <a:off x="10919694" y="1337373"/>
        <a:ext cx="1235461" cy="9722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3" y="1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r>
              <a:rPr lang="en-US" dirty="0"/>
              <a:t>Copyright © 2014 Boeing. All rights reserved.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4203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r>
              <a:rPr lang="en-US" dirty="0"/>
              <a:t>BOEING PROPRIETARY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3" y="884203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71474749-9B2B-4DC2-ABAD-B9832D2C2A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162745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" y="6"/>
            <a:ext cx="7023102" cy="55337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324" tIns="46662" rIns="93324" bIns="46662" rtlCol="0" anchor="ctr"/>
          <a:lstStyle/>
          <a:p>
            <a:pPr algn="ctr"/>
            <a:endParaRPr lang="en-US" dirty="0"/>
          </a:p>
        </p:txBody>
      </p:sp>
      <p:grpSp>
        <p:nvGrpSpPr>
          <p:cNvPr id="65" name="Group 64"/>
          <p:cNvGrpSpPr/>
          <p:nvPr/>
        </p:nvGrpSpPr>
        <p:grpSpPr>
          <a:xfrm>
            <a:off x="-2" y="0"/>
            <a:ext cx="7023100" cy="9309100"/>
            <a:chOff x="-3" y="0"/>
            <a:chExt cx="7772399" cy="10058400"/>
          </a:xfrm>
        </p:grpSpPr>
        <p:cxnSp>
          <p:nvCxnSpPr>
            <p:cNvPr id="66" name="Straight Connector 65"/>
            <p:cNvCxnSpPr/>
            <p:nvPr/>
          </p:nvCxnSpPr>
          <p:spPr>
            <a:xfrm>
              <a:off x="0" y="3261415"/>
              <a:ext cx="7772390" cy="0"/>
            </a:xfrm>
            <a:prstGeom prst="line">
              <a:avLst/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0" y="3442371"/>
              <a:ext cx="7772390" cy="0"/>
            </a:xfrm>
            <a:prstGeom prst="line">
              <a:avLst/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Straight Connector 67"/>
            <p:cNvCxnSpPr/>
            <p:nvPr userDrawn="1"/>
          </p:nvCxnSpPr>
          <p:spPr>
            <a:xfrm>
              <a:off x="0" y="6616377"/>
              <a:ext cx="7772390" cy="0"/>
            </a:xfrm>
            <a:prstGeom prst="line">
              <a:avLst/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Straight Connector 68"/>
            <p:cNvCxnSpPr/>
            <p:nvPr userDrawn="1"/>
          </p:nvCxnSpPr>
          <p:spPr>
            <a:xfrm>
              <a:off x="0" y="6800221"/>
              <a:ext cx="7772390" cy="0"/>
            </a:xfrm>
            <a:prstGeom prst="line">
              <a:avLst/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0" name="Rectangle 69"/>
            <p:cNvSpPr/>
            <p:nvPr/>
          </p:nvSpPr>
          <p:spPr>
            <a:xfrm>
              <a:off x="395951" y="387902"/>
              <a:ext cx="6987819" cy="9213298"/>
            </a:xfrm>
            <a:prstGeom prst="rect">
              <a:avLst/>
            </a:prstGeom>
            <a:noFill/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>
              <a:off x="-3" y="3351893"/>
              <a:ext cx="7772388" cy="0"/>
            </a:xfrm>
            <a:prstGeom prst="line">
              <a:avLst/>
            </a:prstGeom>
            <a:no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323" y="5039474"/>
              <a:ext cx="7772073" cy="5954"/>
            </a:xfrm>
            <a:prstGeom prst="line">
              <a:avLst/>
            </a:prstGeom>
            <a:noFill/>
            <a:ln w="6350">
              <a:noFill/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-3" y="6708370"/>
              <a:ext cx="7772388" cy="0"/>
            </a:xfrm>
            <a:prstGeom prst="line">
              <a:avLst/>
            </a:prstGeom>
            <a:no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3885185" y="0"/>
              <a:ext cx="0" cy="5829292"/>
            </a:xfrm>
            <a:prstGeom prst="line">
              <a:avLst/>
            </a:prstGeom>
            <a:noFill/>
            <a:ln w="6350">
              <a:noFill/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5" name="Group 74"/>
            <p:cNvGrpSpPr/>
            <p:nvPr userDrawn="1"/>
          </p:nvGrpSpPr>
          <p:grpSpPr>
            <a:xfrm>
              <a:off x="0" y="0"/>
              <a:ext cx="7772390" cy="10058400"/>
              <a:chOff x="0" y="0"/>
              <a:chExt cx="7772390" cy="5829292"/>
            </a:xfrm>
          </p:grpSpPr>
          <p:sp>
            <p:nvSpPr>
              <p:cNvPr id="79" name="Freeform 2"/>
              <p:cNvSpPr>
                <a:spLocks/>
              </p:cNvSpPr>
              <p:nvPr/>
            </p:nvSpPr>
            <p:spPr bwMode="auto">
              <a:xfrm>
                <a:off x="397094" y="5642552"/>
                <a:ext cx="7223227" cy="9044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84"/>
                  </a:cxn>
                  <a:cxn ang="0">
                    <a:pos x="779" y="284"/>
                  </a:cxn>
                  <a:cxn ang="0">
                    <a:pos x="779" y="0"/>
                  </a:cxn>
                </a:cxnLst>
                <a:rect l="0" t="0" r="r" b="b"/>
                <a:pathLst>
                  <a:path w="779" h="284">
                    <a:moveTo>
                      <a:pt x="0" y="0"/>
                    </a:moveTo>
                    <a:lnTo>
                      <a:pt x="0" y="284"/>
                    </a:lnTo>
                    <a:lnTo>
                      <a:pt x="779" y="284"/>
                    </a:lnTo>
                    <a:lnTo>
                      <a:pt x="779" y="0"/>
                    </a:lnTo>
                  </a:path>
                </a:pathLst>
              </a:cu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80" name="Group 37"/>
              <p:cNvGrpSpPr/>
              <p:nvPr/>
            </p:nvGrpSpPr>
            <p:grpSpPr>
              <a:xfrm>
                <a:off x="851122" y="0"/>
                <a:ext cx="6064648" cy="5829292"/>
                <a:chOff x="595620" y="0"/>
                <a:chExt cx="7935974" cy="5943600"/>
              </a:xfrm>
            </p:grpSpPr>
            <p:cxnSp>
              <p:nvCxnSpPr>
                <p:cNvPr id="93" name="Straight Connector 20"/>
                <p:cNvCxnSpPr/>
                <p:nvPr/>
              </p:nvCxnSpPr>
              <p:spPr>
                <a:xfrm>
                  <a:off x="595620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94" name="Straight Connector 15"/>
                <p:cNvCxnSpPr/>
                <p:nvPr/>
              </p:nvCxnSpPr>
              <p:spPr>
                <a:xfrm>
                  <a:off x="766333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>
                  <a:off x="1373053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96" name="Straight Connector 95"/>
                <p:cNvCxnSpPr/>
                <p:nvPr/>
              </p:nvCxnSpPr>
              <p:spPr>
                <a:xfrm>
                  <a:off x="2321102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97" name="Straight Connector 96"/>
                <p:cNvCxnSpPr/>
                <p:nvPr/>
              </p:nvCxnSpPr>
              <p:spPr>
                <a:xfrm>
                  <a:off x="3703236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98" name="Straight Connector 97"/>
                <p:cNvCxnSpPr/>
                <p:nvPr/>
              </p:nvCxnSpPr>
              <p:spPr>
                <a:xfrm>
                  <a:off x="4480933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99" name="Straight Connector 98"/>
                <p:cNvCxnSpPr/>
                <p:nvPr/>
              </p:nvCxnSpPr>
              <p:spPr>
                <a:xfrm>
                  <a:off x="4644527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0" name="Straight Connector 99"/>
                <p:cNvCxnSpPr/>
                <p:nvPr/>
              </p:nvCxnSpPr>
              <p:spPr>
                <a:xfrm>
                  <a:off x="5257022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1" name="Straight Connector 100"/>
                <p:cNvCxnSpPr/>
                <p:nvPr/>
              </p:nvCxnSpPr>
              <p:spPr>
                <a:xfrm>
                  <a:off x="5420405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2" name="Straight Connector 101"/>
                <p:cNvCxnSpPr/>
                <p:nvPr/>
              </p:nvCxnSpPr>
              <p:spPr>
                <a:xfrm>
                  <a:off x="6026204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3" name="Straight Connector 102"/>
                <p:cNvCxnSpPr/>
                <p:nvPr userDrawn="1"/>
              </p:nvCxnSpPr>
              <p:spPr>
                <a:xfrm>
                  <a:off x="1542111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4" name="Straight Connector 103"/>
                <p:cNvCxnSpPr/>
                <p:nvPr userDrawn="1"/>
              </p:nvCxnSpPr>
              <p:spPr>
                <a:xfrm>
                  <a:off x="2135402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5" name="Straight Connector 104"/>
                <p:cNvCxnSpPr/>
                <p:nvPr userDrawn="1"/>
              </p:nvCxnSpPr>
              <p:spPr>
                <a:xfrm>
                  <a:off x="3097447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6" name="Straight Connector 105"/>
                <p:cNvCxnSpPr/>
                <p:nvPr userDrawn="1"/>
              </p:nvCxnSpPr>
              <p:spPr>
                <a:xfrm>
                  <a:off x="2925808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7" name="Straight Connector 106"/>
                <p:cNvCxnSpPr/>
                <p:nvPr userDrawn="1"/>
              </p:nvCxnSpPr>
              <p:spPr>
                <a:xfrm>
                  <a:off x="3867350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8" name="Straight Connector 107"/>
                <p:cNvCxnSpPr/>
                <p:nvPr userDrawn="1"/>
              </p:nvCxnSpPr>
              <p:spPr>
                <a:xfrm>
                  <a:off x="6204177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9" name="Straight Connector 108"/>
                <p:cNvCxnSpPr/>
                <p:nvPr userDrawn="1"/>
              </p:nvCxnSpPr>
              <p:spPr>
                <a:xfrm>
                  <a:off x="6811833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0" name="Straight Connector 109"/>
                <p:cNvCxnSpPr/>
                <p:nvPr userDrawn="1"/>
              </p:nvCxnSpPr>
              <p:spPr>
                <a:xfrm>
                  <a:off x="6977246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1" name="Straight Connector 110"/>
                <p:cNvCxnSpPr/>
                <p:nvPr userDrawn="1"/>
              </p:nvCxnSpPr>
              <p:spPr>
                <a:xfrm>
                  <a:off x="7587917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2" name="Straight Connector 111"/>
                <p:cNvCxnSpPr/>
                <p:nvPr userDrawn="1"/>
              </p:nvCxnSpPr>
              <p:spPr>
                <a:xfrm>
                  <a:off x="7749645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3" name="Straight Connector 112"/>
                <p:cNvCxnSpPr/>
                <p:nvPr userDrawn="1"/>
              </p:nvCxnSpPr>
              <p:spPr>
                <a:xfrm>
                  <a:off x="8366030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4" name="Straight Connector 113"/>
                <p:cNvCxnSpPr/>
                <p:nvPr userDrawn="1"/>
              </p:nvCxnSpPr>
              <p:spPr>
                <a:xfrm>
                  <a:off x="8531594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81" name="Straight Connector 80"/>
              <p:cNvCxnSpPr/>
              <p:nvPr userDrawn="1"/>
            </p:nvCxnSpPr>
            <p:spPr>
              <a:xfrm>
                <a:off x="0" y="645683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 userDrawn="1"/>
            </p:nvCxnSpPr>
            <p:spPr>
              <a:xfrm>
                <a:off x="0" y="1292648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 userDrawn="1"/>
            </p:nvCxnSpPr>
            <p:spPr>
              <a:xfrm>
                <a:off x="0" y="2590063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 userDrawn="1"/>
            </p:nvCxnSpPr>
            <p:spPr>
              <a:xfrm>
                <a:off x="0" y="3237028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 userDrawn="1"/>
            </p:nvCxnSpPr>
            <p:spPr>
              <a:xfrm>
                <a:off x="0" y="4537007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 userDrawn="1"/>
            </p:nvCxnSpPr>
            <p:spPr>
              <a:xfrm>
                <a:off x="0" y="5183972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 userDrawn="1"/>
            </p:nvCxnSpPr>
            <p:spPr>
              <a:xfrm>
                <a:off x="7633073" y="645683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 userDrawn="1"/>
            </p:nvCxnSpPr>
            <p:spPr>
              <a:xfrm>
                <a:off x="7633073" y="1292648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 userDrawn="1"/>
            </p:nvCxnSpPr>
            <p:spPr>
              <a:xfrm>
                <a:off x="7633073" y="2590063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 userDrawn="1"/>
            </p:nvCxnSpPr>
            <p:spPr>
              <a:xfrm>
                <a:off x="7633073" y="3237028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 userDrawn="1"/>
            </p:nvCxnSpPr>
            <p:spPr>
              <a:xfrm>
                <a:off x="7633073" y="4537007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 userDrawn="1"/>
            </p:nvCxnSpPr>
            <p:spPr>
              <a:xfrm>
                <a:off x="7633073" y="5183972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6" name="Straight Connector 75"/>
            <p:cNvCxnSpPr/>
            <p:nvPr userDrawn="1"/>
          </p:nvCxnSpPr>
          <p:spPr>
            <a:xfrm>
              <a:off x="395951" y="9658350"/>
              <a:ext cx="6987860" cy="0"/>
            </a:xfrm>
            <a:prstGeom prst="line">
              <a:avLst/>
            </a:prstGeom>
            <a:ln w="63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 userDrawn="1"/>
          </p:nvCxnSpPr>
          <p:spPr>
            <a:xfrm>
              <a:off x="0" y="2957433"/>
              <a:ext cx="7772390" cy="0"/>
            </a:xfrm>
            <a:prstGeom prst="line">
              <a:avLst/>
            </a:prstGeom>
            <a:noFill/>
            <a:ln w="6350">
              <a:noFill/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Straight Connector 77"/>
            <p:cNvCxnSpPr/>
            <p:nvPr userDrawn="1"/>
          </p:nvCxnSpPr>
          <p:spPr>
            <a:xfrm>
              <a:off x="0" y="3150473"/>
              <a:ext cx="7772390" cy="0"/>
            </a:xfrm>
            <a:prstGeom prst="line">
              <a:avLst/>
            </a:prstGeom>
            <a:noFill/>
            <a:ln w="6350">
              <a:noFill/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57780" y="234885"/>
            <a:ext cx="3742923" cy="318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58813" y="9077580"/>
            <a:ext cx="174811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>
              <a:defRPr sz="600">
                <a:solidFill>
                  <a:srgbClr val="5F6A72"/>
                </a:solidFill>
              </a:defRPr>
            </a:lvl1pPr>
          </a:lstStyle>
          <a:p>
            <a:r>
              <a:rPr lang="en-US" dirty="0"/>
              <a:t>Copyright © 2015 Boeing. All rights reserved.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58814" y="3792090"/>
            <a:ext cx="6313124" cy="5093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191203" y="9010886"/>
            <a:ext cx="2640690" cy="160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 defTabSz="837645" eaLnBrk="0" hangingPunct="0"/>
            <a:r>
              <a:rPr lang="en-US" dirty="0">
                <a:solidFill>
                  <a:srgbClr val="FFFFFF">
                    <a:lumMod val="50000"/>
                  </a:srgbClr>
                </a:solidFill>
              </a:rPr>
              <a:t>BOEING PROPRIETARY</a:t>
            </a:r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49811" y="9010886"/>
            <a:ext cx="1367481" cy="160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600">
                <a:solidFill>
                  <a:srgbClr val="5F6A72"/>
                </a:solidFill>
              </a:defRPr>
            </a:lvl1pPr>
          </a:lstStyle>
          <a:p>
            <a:fld id="{739F009B-AA83-4291-81BE-194F11CE19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93788" y="860425"/>
            <a:ext cx="4843462" cy="2725738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ffectLst/>
        </p:spPr>
      </p:sp>
    </p:spTree>
    <p:extLst>
      <p:ext uri="{BB962C8B-B14F-4D97-AF65-F5344CB8AC3E}">
        <p14:creationId xmlns:p14="http://schemas.microsoft.com/office/powerpoint/2010/main" val="2069931083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indent="0" algn="l" rtl="0" fontAlgn="base">
      <a:spcBef>
        <a:spcPct val="30000"/>
      </a:spcBef>
      <a:spcAft>
        <a:spcPct val="0"/>
      </a:spcAft>
      <a:buClr>
        <a:schemeClr val="tx2"/>
      </a:buClr>
      <a:buSzPct val="25000"/>
      <a:buFont typeface="Symbol" panose="05050102010706020507" pitchFamily="18" charset="2"/>
      <a:buChar char=""/>
      <a:defRPr sz="1100" b="1" kern="1200">
        <a:solidFill>
          <a:schemeClr val="tx1"/>
        </a:solidFill>
        <a:latin typeface="Arial" charset="0"/>
        <a:ea typeface="+mn-ea"/>
        <a:cs typeface="+mn-cs"/>
      </a:defRPr>
    </a:lvl1pPr>
    <a:lvl2pPr marL="117475" indent="-117475" algn="l" rtl="0" fontAlgn="base">
      <a:spcBef>
        <a:spcPts val="0"/>
      </a:spcBef>
      <a:spcAft>
        <a:spcPct val="0"/>
      </a:spcAft>
      <a:buClr>
        <a:schemeClr val="tx2"/>
      </a:buClr>
      <a:buFont typeface="Wingdings" panose="05000000000000000000" pitchFamily="2" charset="2"/>
      <a:buChar char="§"/>
      <a:defRPr sz="1100" kern="1200">
        <a:solidFill>
          <a:schemeClr val="tx1"/>
        </a:solidFill>
        <a:latin typeface="Arial" charset="0"/>
        <a:ea typeface="+mn-ea"/>
        <a:cs typeface="+mn-cs"/>
      </a:defRPr>
    </a:lvl2pPr>
    <a:lvl3pPr marL="284163" indent="-115888" algn="l" rtl="0" fontAlgn="base">
      <a:spcBef>
        <a:spcPts val="0"/>
      </a:spcBef>
      <a:spcAft>
        <a:spcPct val="0"/>
      </a:spcAft>
      <a:buClr>
        <a:schemeClr val="tx2"/>
      </a:buClr>
      <a:buFont typeface="Wingdings" panose="05000000000000000000" pitchFamily="2" charset="2"/>
      <a:buChar char="§"/>
      <a:defRPr sz="900" kern="1200">
        <a:solidFill>
          <a:schemeClr val="tx1"/>
        </a:solidFill>
        <a:latin typeface="Arial" charset="0"/>
        <a:ea typeface="+mn-ea"/>
        <a:cs typeface="+mn-cs"/>
      </a:defRPr>
    </a:lvl3pPr>
    <a:lvl4pPr marL="282575" indent="-115888" algn="l" rtl="0" fontAlgn="base">
      <a:spcBef>
        <a:spcPts val="0"/>
      </a:spcBef>
      <a:spcAft>
        <a:spcPct val="0"/>
      </a:spcAft>
      <a:buClr>
        <a:schemeClr val="tx2"/>
      </a:buClr>
      <a:buFont typeface="Arial" panose="020B0604020202020204" pitchFamily="34" charset="0"/>
      <a:buChar char="–"/>
      <a:defRPr sz="900" kern="1200">
        <a:solidFill>
          <a:schemeClr val="tx1"/>
        </a:solidFill>
        <a:latin typeface="Arial" charset="0"/>
        <a:ea typeface="+mn-ea"/>
        <a:cs typeface="+mn-cs"/>
      </a:defRPr>
    </a:lvl4pPr>
    <a:lvl5pPr marL="458788" indent="-114300" algn="l" rtl="0" fontAlgn="base">
      <a:spcBef>
        <a:spcPts val="0"/>
      </a:spcBef>
      <a:spcAft>
        <a:spcPct val="0"/>
      </a:spcAft>
      <a:buClr>
        <a:schemeClr val="tx2"/>
      </a:buClr>
      <a:buFont typeface="Wingdings" panose="05000000000000000000" pitchFamily="2" charset="2"/>
      <a:buChar char="§"/>
      <a:defRPr sz="800" kern="1200">
        <a:solidFill>
          <a:schemeClr val="tx1"/>
        </a:solidFill>
        <a:latin typeface="Arial" charset="0"/>
        <a:ea typeface="+mn-ea"/>
        <a:cs typeface="+mn-cs"/>
      </a:defRPr>
    </a:lvl5pPr>
    <a:lvl6pPr marL="457200" indent="-111125" algn="l" defTabSz="914400" rtl="0" eaLnBrk="1" latinLnBrk="0" hangingPunct="1">
      <a:buClr>
        <a:schemeClr val="tx2"/>
      </a:buClr>
      <a:buFont typeface="Arial" panose="020B0604020202020204" pitchFamily="34" charset="0"/>
      <a:buChar char="–"/>
      <a:defRPr sz="800" kern="1200">
        <a:solidFill>
          <a:srgbClr val="394A59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Copyright © 2015 Boeing. All rights reserved.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837645" eaLnBrk="0" hangingPunct="0"/>
            <a:r>
              <a:rPr lang="en-US">
                <a:solidFill>
                  <a:srgbClr val="FFFFFF">
                    <a:lumMod val="50000"/>
                  </a:srgbClr>
                </a:solidFill>
              </a:rPr>
              <a:t>BOEING PROPRIETARY</a:t>
            </a:r>
            <a:endParaRPr 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F009B-AA83-4291-81BE-194F11CE190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263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S2017_Cov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44DD02F-8B1D-2318-30F6-C9695434DB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049" y="-310557"/>
            <a:ext cx="9347199" cy="7479114"/>
          </a:xfrm>
          <a:prstGeom prst="rect">
            <a:avLst/>
          </a:prstGeom>
        </p:spPr>
      </p:pic>
      <p:sp>
        <p:nvSpPr>
          <p:cNvPr id="20" name="Brochure"/>
          <p:cNvSpPr>
            <a:spLocks noGrp="1"/>
          </p:cNvSpPr>
          <p:nvPr>
            <p:ph type="body" sz="quarter" idx="12"/>
          </p:nvPr>
        </p:nvSpPr>
        <p:spPr>
          <a:xfrm>
            <a:off x="4341814" y="2403665"/>
            <a:ext cx="5842710" cy="135669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1" name="Brochure"/>
          <p:cNvSpPr>
            <a:spLocks noGrp="1"/>
          </p:cNvSpPr>
          <p:nvPr>
            <p:ph type="body" sz="quarter" idx="13"/>
          </p:nvPr>
        </p:nvSpPr>
        <p:spPr>
          <a:xfrm>
            <a:off x="4341813" y="3988956"/>
            <a:ext cx="5842710" cy="120491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409"/>
              </a:spcBef>
              <a:spcAft>
                <a:spcPts val="409"/>
              </a:spcAft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3" name="Subtitle 4">
            <a:extLst>
              <a:ext uri="{FF2B5EF4-FFF2-40B4-BE49-F238E27FC236}">
                <a16:creationId xmlns:a16="http://schemas.microsoft.com/office/drawing/2014/main" id="{21FE6C55-D42F-4D40-B308-0E947F95FEBD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089649" y="438150"/>
            <a:ext cx="5605463" cy="193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2073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None/>
              <a:defRPr sz="18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6238" indent="-20478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627063" indent="-18573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7921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9572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14144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8716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3288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7860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en-US" sz="1400" b="1" kern="0" dirty="0">
                <a:solidFill>
                  <a:schemeClr val="bg1"/>
                </a:solidFill>
              </a:rPr>
              <a:t>Naval Education Training Command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36EAA7-3372-AC14-C7F2-1E13E94A82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447508" y="83000"/>
            <a:ext cx="1152871" cy="18466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UNCLASSIFIED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659777-A119-5C13-E4FA-DEFEF7B589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548725" y="6646530"/>
            <a:ext cx="1152871" cy="18466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UNCLASSIFIED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Subtitle 4">
            <a:extLst>
              <a:ext uri="{FF2B5EF4-FFF2-40B4-BE49-F238E27FC236}">
                <a16:creationId xmlns:a16="http://schemas.microsoft.com/office/drawing/2014/main" id="{7977CE49-FED2-A5C5-DEC9-0B8E324CF0A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286916" y="5702456"/>
            <a:ext cx="5605463" cy="44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2073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None/>
              <a:defRPr sz="18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6238" indent="-20478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627063" indent="-18573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7921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9572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14144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8716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3288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7860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3200" b="1" kern="0" dirty="0">
                <a:solidFill>
                  <a:schemeClr val="accent6">
                    <a:alpha val="25000"/>
                  </a:schemeClr>
                </a:solidFill>
              </a:rPr>
              <a:t>FORGED BY THE SEA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E3D702-ADC8-0978-B366-A33FA34AB7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49" y="128278"/>
            <a:ext cx="812964" cy="81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66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Inside_Page_Header_Ba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12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Subtitle 4">
            <a:extLst>
              <a:ext uri="{FF2B5EF4-FFF2-40B4-BE49-F238E27FC236}">
                <a16:creationId xmlns:a16="http://schemas.microsoft.com/office/drawing/2014/main" id="{1E623F98-0AC2-5941-9B63-20BDA66D502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089649" y="438150"/>
            <a:ext cx="5605463" cy="193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2073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None/>
              <a:defRPr sz="18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6238" indent="-20478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627063" indent="-18573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7921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9572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14144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8716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3288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7860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en-US" sz="1400" b="1" kern="0" dirty="0">
                <a:solidFill>
                  <a:schemeClr val="bg1"/>
                </a:solidFill>
              </a:rPr>
              <a:t>Naval Education Training Command</a:t>
            </a:r>
          </a:p>
        </p:txBody>
      </p:sp>
      <p:sp>
        <p:nvSpPr>
          <p:cNvPr id="4" name="Brochure">
            <a:extLst>
              <a:ext uri="{FF2B5EF4-FFF2-40B4-BE49-F238E27FC236}">
                <a16:creationId xmlns:a16="http://schemas.microsoft.com/office/drawing/2014/main" id="{0A75D5FC-254D-BE37-F006-447EB78EB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0914" y="2203125"/>
            <a:ext cx="5842710" cy="135669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r>
              <a:rPr lang="en-US" dirty="0"/>
              <a:t>48pt heading</a:t>
            </a:r>
          </a:p>
        </p:txBody>
      </p:sp>
      <p:sp>
        <p:nvSpPr>
          <p:cNvPr id="5" name="Brochure">
            <a:extLst>
              <a:ext uri="{FF2B5EF4-FFF2-40B4-BE49-F238E27FC236}">
                <a16:creationId xmlns:a16="http://schemas.microsoft.com/office/drawing/2014/main" id="{7246BF44-D5C3-9540-AADD-08F42295AA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0913" y="3788416"/>
            <a:ext cx="5842710" cy="120491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409"/>
              </a:spcBef>
              <a:spcAft>
                <a:spcPts val="409"/>
              </a:spcAft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r>
              <a:rPr lang="en-US" dirty="0"/>
              <a:t>24pt 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E94649-0EA9-9FC6-680E-56943B8D33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22996" y="83000"/>
            <a:ext cx="1152871" cy="18466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UNCLASSIFIED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0EF1CC-C493-6D3A-4950-05ECCD63A0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548725" y="6673164"/>
            <a:ext cx="1152871" cy="18466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UNCLASSIFIED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322C91-C439-C92C-493C-4D76BE19AD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049" y="-310557"/>
            <a:ext cx="9347199" cy="7479114"/>
          </a:xfrm>
          <a:prstGeom prst="rect">
            <a:avLst/>
          </a:prstGeom>
        </p:spPr>
      </p:pic>
      <p:sp>
        <p:nvSpPr>
          <p:cNvPr id="14" name="Subtitle 4">
            <a:extLst>
              <a:ext uri="{FF2B5EF4-FFF2-40B4-BE49-F238E27FC236}">
                <a16:creationId xmlns:a16="http://schemas.microsoft.com/office/drawing/2014/main" id="{1A100E4F-414D-FED2-0E14-BE8FFC9816A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286916" y="5702456"/>
            <a:ext cx="5605463" cy="44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2073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None/>
              <a:defRPr sz="18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6238" indent="-20478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627063" indent="-18573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7921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9572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14144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8716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3288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7860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3200" b="1" kern="0" dirty="0">
                <a:solidFill>
                  <a:schemeClr val="accent6">
                    <a:alpha val="25000"/>
                  </a:schemeClr>
                </a:solidFill>
              </a:rPr>
              <a:t>FORGED BY THE SEA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AB1663-18B0-0064-39BA-F3BB44F841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49" y="128278"/>
            <a:ext cx="812964" cy="81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67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ide_Page_Header_Ba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12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Subtitle 4">
            <a:extLst>
              <a:ext uri="{FF2B5EF4-FFF2-40B4-BE49-F238E27FC236}">
                <a16:creationId xmlns:a16="http://schemas.microsoft.com/office/drawing/2014/main" id="{1E623F98-0AC2-5941-9B63-20BDA66D502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089649" y="438150"/>
            <a:ext cx="5605463" cy="193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2073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None/>
              <a:defRPr sz="18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6238" indent="-20478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627063" indent="-18573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7921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9572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14144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8716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3288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7860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en-US" sz="1400" b="1" kern="0" dirty="0">
                <a:solidFill>
                  <a:schemeClr val="bg1"/>
                </a:solidFill>
              </a:rPr>
              <a:t>Naval Education Training Command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64BC89C3-7CBE-DBD8-F1B4-9DCE342244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089" y="373632"/>
            <a:ext cx="4237037" cy="478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2215A92-485D-F3E0-8011-6C2BADAA1B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7659" y="2286248"/>
            <a:ext cx="8859837" cy="2466975"/>
          </a:xfrm>
          <a:prstGeom prst="rect">
            <a:avLst/>
          </a:prstGeom>
        </p:spPr>
        <p:txBody>
          <a:bodyPr/>
          <a:lstStyle>
            <a:lvl1pPr>
              <a:buClr>
                <a:srgbClr val="0033A1"/>
              </a:buClr>
              <a:defRPr/>
            </a:lvl1pPr>
            <a:lvl2pPr>
              <a:buClr>
                <a:srgbClr val="0033A1"/>
              </a:buClr>
              <a:defRPr/>
            </a:lvl2pPr>
            <a:lvl3pPr>
              <a:buClr>
                <a:srgbClr val="0033A1"/>
              </a:buClr>
              <a:defRPr/>
            </a:lvl3pPr>
            <a:lvl4pPr>
              <a:buClr>
                <a:srgbClr val="0033A1"/>
              </a:buClr>
              <a:defRPr/>
            </a:lvl4pPr>
            <a:lvl5pPr>
              <a:buClr>
                <a:srgbClr val="0033A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116D1F-DBB6-F909-D3DB-26351AA93C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22996" y="83000"/>
            <a:ext cx="1152871" cy="18466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UNCLASSIFIED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DF3497-23BF-79E7-940B-B43CE3F07C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548725" y="6673164"/>
            <a:ext cx="1152871" cy="18466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UNCLASSIFIED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951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side_Page_Header_Ba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12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Subtitle 4">
            <a:extLst>
              <a:ext uri="{FF2B5EF4-FFF2-40B4-BE49-F238E27FC236}">
                <a16:creationId xmlns:a16="http://schemas.microsoft.com/office/drawing/2014/main" id="{1E623F98-0AC2-5941-9B63-20BDA66D502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089649" y="438150"/>
            <a:ext cx="5605463" cy="193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2073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None/>
              <a:defRPr sz="18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6238" indent="-20478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627063" indent="-18573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7921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9572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14144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8716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3288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7860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en-US" sz="1400" b="1" kern="0" dirty="0">
                <a:solidFill>
                  <a:schemeClr val="bg1"/>
                </a:solidFill>
              </a:rPr>
              <a:t>Naval Education Training Command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64BC89C3-7CBE-DBD8-F1B4-9DCE342244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089" y="373632"/>
            <a:ext cx="4237037" cy="478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116D1F-DBB6-F909-D3DB-26351AA93C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22996" y="83000"/>
            <a:ext cx="1152871" cy="18466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UNCLASSIFIED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DF3497-23BF-79E7-940B-B43CE3F07C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548725" y="6673164"/>
            <a:ext cx="1152871" cy="18466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UNCLASSIFIED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5809A52-8225-C9F6-3F78-43DF3DBC731E}"/>
              </a:ext>
            </a:extLst>
          </p:cNvPr>
          <p:cNvCxnSpPr>
            <a:cxnSpLocks/>
          </p:cNvCxnSpPr>
          <p:nvPr userDrawn="1"/>
        </p:nvCxnSpPr>
        <p:spPr>
          <a:xfrm>
            <a:off x="6125160" y="1274618"/>
            <a:ext cx="0" cy="48047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6F5579-1DF3-7F02-4E3E-C205252323E8}"/>
              </a:ext>
            </a:extLst>
          </p:cNvPr>
          <p:cNvCxnSpPr/>
          <p:nvPr userDrawn="1"/>
        </p:nvCxnSpPr>
        <p:spPr>
          <a:xfrm>
            <a:off x="1130531" y="1274618"/>
            <a:ext cx="22194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B85285-B9C0-9495-3FAE-44D0C73D5251}"/>
              </a:ext>
            </a:extLst>
          </p:cNvPr>
          <p:cNvCxnSpPr/>
          <p:nvPr userDrawn="1"/>
        </p:nvCxnSpPr>
        <p:spPr>
          <a:xfrm>
            <a:off x="8760975" y="1274618"/>
            <a:ext cx="22194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B9857D0F-FAC1-BC23-3D3B-5EE0FBB5F1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9583" y="996862"/>
            <a:ext cx="4237037" cy="4787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Figure Title here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D49F6B1A-B769-6501-1A36-45282B60A9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52205" y="996862"/>
            <a:ext cx="4237037" cy="4787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Figure Title here</a:t>
            </a:r>
          </a:p>
        </p:txBody>
      </p:sp>
    </p:spTree>
    <p:extLst>
      <p:ext uri="{BB962C8B-B14F-4D97-AF65-F5344CB8AC3E}">
        <p14:creationId xmlns:p14="http://schemas.microsoft.com/office/powerpoint/2010/main" val="2646836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side_Page_Header_Ba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12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Subtitle 4">
            <a:extLst>
              <a:ext uri="{FF2B5EF4-FFF2-40B4-BE49-F238E27FC236}">
                <a16:creationId xmlns:a16="http://schemas.microsoft.com/office/drawing/2014/main" id="{1E623F98-0AC2-5941-9B63-20BDA66D502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089649" y="438150"/>
            <a:ext cx="5605463" cy="193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2073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None/>
              <a:defRPr sz="18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6238" indent="-20478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627063" indent="-18573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7921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9572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14144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8716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3288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7860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en-US" sz="1400" b="1" kern="0" dirty="0">
                <a:solidFill>
                  <a:schemeClr val="accent1"/>
                </a:solidFill>
              </a:rPr>
              <a:t>Naval Education Training Command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64BC89C3-7CBE-DBD8-F1B4-9DCE342244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089" y="373632"/>
            <a:ext cx="4237037" cy="478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C6613CBB-3F38-3730-79CC-EEDC35EAF1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7659" y="2286248"/>
            <a:ext cx="8859837" cy="2466975"/>
          </a:xfrm>
          <a:prstGeom prst="rect">
            <a:avLst/>
          </a:prstGeom>
        </p:spPr>
        <p:txBody>
          <a:bodyPr/>
          <a:lstStyle>
            <a:lvl1pPr>
              <a:buClr>
                <a:srgbClr val="0033A1"/>
              </a:buClr>
              <a:defRPr/>
            </a:lvl1pPr>
            <a:lvl2pPr>
              <a:buClr>
                <a:srgbClr val="0033A1"/>
              </a:buClr>
              <a:defRPr/>
            </a:lvl2pPr>
            <a:lvl3pPr>
              <a:buClr>
                <a:srgbClr val="0033A1"/>
              </a:buClr>
              <a:defRPr/>
            </a:lvl3pPr>
            <a:lvl4pPr>
              <a:buClr>
                <a:srgbClr val="0033A1"/>
              </a:buClr>
              <a:defRPr/>
            </a:lvl4pPr>
            <a:lvl5pPr>
              <a:buClr>
                <a:srgbClr val="0033A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B61C1B-51E5-4C37-091E-2345D83E14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22996" y="83000"/>
            <a:ext cx="1152871" cy="18466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UNCLASSIFIED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F0F041-DE8A-5513-20E5-3FB25BA521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548725" y="6673164"/>
            <a:ext cx="1152871" cy="18466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UNCLASSIFIED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136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side_Page_Header_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12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93712" y="6564405"/>
            <a:ext cx="5595937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Copyright © 2024 Boeing. All rights reserved.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E14DACB7-6934-474B-A533-D4469DADD0A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0371" y="6564405"/>
            <a:ext cx="4266089" cy="2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BOEING PROPRIETARY</a:t>
            </a:r>
          </a:p>
        </p:txBody>
      </p:sp>
      <p:sp>
        <p:nvSpPr>
          <p:cNvPr id="2" name="Subtitle 4">
            <a:extLst>
              <a:ext uri="{FF2B5EF4-FFF2-40B4-BE49-F238E27FC236}">
                <a16:creationId xmlns:a16="http://schemas.microsoft.com/office/drawing/2014/main" id="{130572A5-1687-57A3-E3F7-3DAFD59CF7DF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089649" y="438150"/>
            <a:ext cx="5605463" cy="193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2073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None/>
              <a:defRPr sz="18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6238" indent="-20478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627063" indent="-18573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7921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9572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14144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8716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3288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7860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en-US" sz="1400" b="1" kern="0" dirty="0">
                <a:solidFill>
                  <a:schemeClr val="accent1"/>
                </a:solidFill>
              </a:rPr>
              <a:t>Naval Education Training Command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32A6A0D-CE3C-325C-B1B7-725F591B36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089" y="373632"/>
            <a:ext cx="4237037" cy="478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339EB84-ABFC-0C0D-A9C3-975FC91CB1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7659" y="2286248"/>
            <a:ext cx="8859837" cy="2466975"/>
          </a:xfrm>
          <a:prstGeom prst="rect">
            <a:avLst/>
          </a:prstGeom>
        </p:spPr>
        <p:txBody>
          <a:bodyPr/>
          <a:lstStyle>
            <a:lvl1pPr>
              <a:buClr>
                <a:srgbClr val="0033A1"/>
              </a:buClr>
              <a:defRPr/>
            </a:lvl1pPr>
            <a:lvl2pPr>
              <a:buClr>
                <a:srgbClr val="0033A1"/>
              </a:buClr>
              <a:defRPr/>
            </a:lvl2pPr>
            <a:lvl3pPr>
              <a:buClr>
                <a:srgbClr val="0033A1"/>
              </a:buClr>
              <a:defRPr/>
            </a:lvl3pPr>
            <a:lvl4pPr>
              <a:buClr>
                <a:srgbClr val="0033A1"/>
              </a:buClr>
              <a:defRPr/>
            </a:lvl4pPr>
            <a:lvl5pPr>
              <a:buClr>
                <a:srgbClr val="0033A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C24750-997B-BC8D-98D7-AFFA63B205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22996" y="83000"/>
            <a:ext cx="1152871" cy="18466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UNCLASSIFIED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C538CC-AF20-9583-BAB1-F050D5E0DC4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548725" y="6673164"/>
            <a:ext cx="1152871" cy="18466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UNCLASSIFIED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98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side_Page_Header_Ba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12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Subtitle 4">
            <a:extLst>
              <a:ext uri="{FF2B5EF4-FFF2-40B4-BE49-F238E27FC236}">
                <a16:creationId xmlns:a16="http://schemas.microsoft.com/office/drawing/2014/main" id="{1E623F98-0AC2-5941-9B63-20BDA66D502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089649" y="438150"/>
            <a:ext cx="5605463" cy="193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2073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None/>
              <a:defRPr sz="18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6238" indent="-20478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627063" indent="-18573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7921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9572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14144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8716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3288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7860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en-US" sz="1400" b="1" kern="0" dirty="0">
                <a:solidFill>
                  <a:schemeClr val="bg1"/>
                </a:solidFill>
              </a:rPr>
              <a:t>Naval Education Training Command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BED2A2-06CB-AEDF-CD12-66D113727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14" y="2400300"/>
            <a:ext cx="11201400" cy="2057400"/>
          </a:xfrm>
          <a:prstGeom prst="rect">
            <a:avLst/>
          </a:prstGeom>
        </p:spPr>
        <p:txBody>
          <a:bodyPr anchor="ctr"/>
          <a:lstStyle>
            <a:lvl1pPr algn="ctr">
              <a:defRPr sz="4800" b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9767C8-E166-2318-A440-49142BB560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22996" y="83000"/>
            <a:ext cx="1152871" cy="18466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UNCLASSIFIED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CEDE9B-9705-B79F-ED82-D6CA0BDA90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548725" y="6673164"/>
            <a:ext cx="1152871" cy="18466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UNCLASSIFIED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10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36567533-D4D5-7475-F908-5EE0BA26CC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12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3DE70625-6DC7-FB68-3854-51E38AF3593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089649" y="438150"/>
            <a:ext cx="5605463" cy="193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2073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None/>
              <a:defRPr sz="18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6238" indent="-20478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627063" indent="-18573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7921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9572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14144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8716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3288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7860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en-US" sz="1400" b="1" kern="0" dirty="0">
                <a:solidFill>
                  <a:schemeClr val="bg1"/>
                </a:solidFill>
              </a:rPr>
              <a:t>Naval Education Training Command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1B5B64E-FBD2-DBC7-3FDA-CC3EB6E4E1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089" y="373632"/>
            <a:ext cx="4237037" cy="478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A53524-ED7D-91AA-231D-20285EB14A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22996" y="83000"/>
            <a:ext cx="1152871" cy="18466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UNCLASSIFIED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27204A-2DC5-23B0-8D3E-3C2139F73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548725" y="6673164"/>
            <a:ext cx="1152871" cy="18466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UNCLASSIFIED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792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049F29-2818-D963-62B7-B1BEE8F451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904" y="1928244"/>
            <a:ext cx="2999015" cy="300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49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840A1E14-F859-2E42-874C-0CA734613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40633" y="6362700"/>
            <a:ext cx="1554480" cy="9144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rgbClr val="A3AAAE"/>
                </a:solidFill>
              </a:defRPr>
            </a:lvl1pPr>
          </a:lstStyle>
          <a:p>
            <a:fld id="{48FFE6E1-85EB-9E42-824B-7CC9267ED8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96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46" r:id="rId2"/>
    <p:sldLayoutId id="2147484117" r:id="rId3"/>
    <p:sldLayoutId id="2147484154" r:id="rId4"/>
    <p:sldLayoutId id="2147484145" r:id="rId5"/>
    <p:sldLayoutId id="2147484127" r:id="rId6"/>
    <p:sldLayoutId id="2147484143" r:id="rId7"/>
    <p:sldLayoutId id="2147484124" r:id="rId8"/>
    <p:sldLayoutId id="2147484153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0C22"/>
          </a:solidFill>
          <a:latin typeface="+mj-lt"/>
          <a:ea typeface="+mj-ea"/>
          <a:cs typeface="+mj-cs"/>
        </a:defRPr>
      </a:lvl1pPr>
      <a:lvl2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6pPr>
      <a:lvl7pPr marL="9144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7pPr>
      <a:lvl8pPr marL="13716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8pPr>
      <a:lvl9pPr marL="18288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9pPr>
    </p:titleStyle>
    <p:bodyStyle>
      <a:lvl1pPr marL="169863" indent="-16986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rgbClr val="0096DF"/>
        </a:buClr>
        <a:buFont typeface="Wingdings" pitchFamily="2" charset="2"/>
        <a:buChar char="§"/>
        <a:defRPr sz="2200" b="1">
          <a:solidFill>
            <a:srgbClr val="000C22"/>
          </a:solidFill>
          <a:latin typeface="+mn-lt"/>
          <a:ea typeface="+mn-ea"/>
          <a:cs typeface="+mn-cs"/>
        </a:defRPr>
      </a:lvl1pPr>
      <a:lvl2pPr marL="376238" indent="-204788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rgbClr val="0096DF"/>
        </a:buClr>
        <a:buFont typeface="Wingdings" pitchFamily="2" charset="2"/>
        <a:buChar char="§"/>
        <a:defRPr sz="2000">
          <a:solidFill>
            <a:srgbClr val="000C22"/>
          </a:solidFill>
          <a:latin typeface="+mn-lt"/>
        </a:defRPr>
      </a:lvl2pPr>
      <a:lvl3pPr marL="627063" indent="-185738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rgbClr val="0096DF"/>
        </a:buClr>
        <a:buFont typeface="Arial" charset="0"/>
        <a:buChar char="–"/>
        <a:defRPr>
          <a:solidFill>
            <a:srgbClr val="000C22"/>
          </a:solidFill>
          <a:latin typeface="+mn-lt"/>
        </a:defRPr>
      </a:lvl3pPr>
      <a:lvl4pPr marL="7921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rgbClr val="0096DF"/>
        </a:buClr>
        <a:buFont typeface="Arial" charset="0"/>
        <a:buChar char="–"/>
        <a:defRPr>
          <a:solidFill>
            <a:srgbClr val="000C22"/>
          </a:solidFill>
          <a:latin typeface="+mn-lt"/>
        </a:defRPr>
      </a:lvl4pPr>
      <a:lvl5pPr marL="9572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rgbClr val="0096DF"/>
        </a:buClr>
        <a:buFont typeface="Arial" charset="0"/>
        <a:buChar char="–"/>
        <a:defRPr sz="1600">
          <a:solidFill>
            <a:srgbClr val="000C22"/>
          </a:solidFill>
          <a:latin typeface="+mn-lt"/>
        </a:defRPr>
      </a:lvl5pPr>
      <a:lvl6pPr marL="14144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6pPr>
      <a:lvl7pPr marL="18716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7pPr>
      <a:lvl8pPr marL="23288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8pPr>
      <a:lvl9pPr marL="27860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12" userDrawn="1">
          <p15:clr>
            <a:srgbClr val="F26B43"/>
          </p15:clr>
        </p15:guide>
        <p15:guide id="2" pos="311" userDrawn="1">
          <p15:clr>
            <a:srgbClr val="F26B43"/>
          </p15:clr>
        </p15:guide>
        <p15:guide id="3" pos="7367" userDrawn="1">
          <p15:clr>
            <a:srgbClr val="F26B43"/>
          </p15:clr>
        </p15:guide>
        <p15:guide id="4" orient="horz" pos="2880" userDrawn="1">
          <p15:clr>
            <a:srgbClr val="F26B43"/>
          </p15:clr>
        </p15:guide>
        <p15:guide id="5" orient="horz" pos="1440" userDrawn="1">
          <p15:clr>
            <a:srgbClr val="F26B43"/>
          </p15:clr>
        </p15:guide>
        <p15:guide id="6" orient="horz" pos="1368" userDrawn="1">
          <p15:clr>
            <a:srgbClr val="F26B43"/>
          </p15:clr>
        </p15:guide>
        <p15:guide id="7" orient="horz" pos="2952" userDrawn="1">
          <p15:clr>
            <a:srgbClr val="F26B43"/>
          </p15:clr>
        </p15:guide>
        <p15:guide id="8" orient="horz" pos="2808" userDrawn="1">
          <p15:clr>
            <a:srgbClr val="F26B43"/>
          </p15:clr>
        </p15:guide>
        <p15:guide id="10" orient="horz" pos="288" userDrawn="1">
          <p15:clr>
            <a:srgbClr val="F26B43"/>
          </p15:clr>
        </p15:guide>
        <p15:guide id="11" orient="horz" pos="4008" userDrawn="1">
          <p15:clr>
            <a:srgbClr val="F26B43"/>
          </p15:clr>
        </p15:guide>
        <p15:guide id="12" pos="3836" userDrawn="1">
          <p15:clr>
            <a:srgbClr val="F26B43"/>
          </p15:clr>
        </p15:guide>
        <p15:guide id="13" pos="2663" userDrawn="1">
          <p15:clr>
            <a:srgbClr val="F26B43"/>
          </p15:clr>
        </p15:guide>
        <p15:guide id="14" pos="5015" userDrawn="1">
          <p15:clr>
            <a:srgbClr val="F26B43"/>
          </p15:clr>
        </p15:guide>
        <p15:guide id="15" pos="2591" userDrawn="1">
          <p15:clr>
            <a:srgbClr val="F26B43"/>
          </p15:clr>
        </p15:guide>
        <p15:guide id="16" pos="2735" userDrawn="1">
          <p15:clr>
            <a:srgbClr val="F26B43"/>
          </p15:clr>
        </p15:guide>
        <p15:guide id="17" pos="5087" userDrawn="1">
          <p15:clr>
            <a:srgbClr val="F26B43"/>
          </p15:clr>
        </p15:guide>
        <p15:guide id="18" pos="4943" userDrawn="1">
          <p15:clr>
            <a:srgbClr val="F26B43"/>
          </p15:clr>
        </p15:guide>
        <p15:guide id="19" orient="horz" pos="576" userDrawn="1">
          <p15:clr>
            <a:srgbClr val="F26B43"/>
          </p15:clr>
        </p15:guide>
        <p15:guide id="20" orient="horz" pos="3744" userDrawn="1">
          <p15:clr>
            <a:srgbClr val="F26B43"/>
          </p15:clr>
        </p15:guide>
        <p15:guide id="21" pos="1559" userDrawn="1">
          <p15:clr>
            <a:srgbClr val="F26B43"/>
          </p15:clr>
        </p15:guide>
        <p15:guide id="22" orient="horz" pos="864" userDrawn="1">
          <p15:clr>
            <a:srgbClr val="F26B43"/>
          </p15:clr>
        </p15:guide>
        <p15:guide id="23" pos="5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24E85E-B81C-52C5-556E-BF854630BB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73057" y="2750654"/>
            <a:ext cx="5842710" cy="1356691"/>
          </a:xfrm>
        </p:spPr>
        <p:txBody>
          <a:bodyPr/>
          <a:lstStyle/>
          <a:p>
            <a:pPr algn="ctr"/>
            <a:r>
              <a:rPr lang="en-US" i="1" dirty="0"/>
              <a:t>Fleet Sheet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2FD8BF-4CEC-4E52-3627-04D93261C9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7502" y="3621845"/>
            <a:ext cx="5493820" cy="1204913"/>
          </a:xfrm>
        </p:spPr>
        <p:txBody>
          <a:bodyPr/>
          <a:lstStyle/>
          <a:p>
            <a:pPr algn="ctr"/>
            <a:r>
              <a:rPr lang="en-US" dirty="0"/>
              <a:t>Optical Character Recognition Program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CE141D-5AF4-8863-0919-A40601EB855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69325" y="6564313"/>
            <a:ext cx="3619500" cy="293687"/>
          </a:xfrm>
        </p:spPr>
        <p:txBody>
          <a:bodyPr/>
          <a:lstStyle/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641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6E11D8-F242-A623-9A4D-EE00795E7C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91535-4A69-080D-914B-E8FEE9CE55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Simple Workflow Diagram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1BA94E3-6C22-2B18-A8B5-5263D7763A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4578214"/>
              </p:ext>
            </p:extLst>
          </p:nvPr>
        </p:nvGraphicFramePr>
        <p:xfrm>
          <a:off x="0" y="1205596"/>
          <a:ext cx="12188825" cy="3646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2D2CDD6F-30B1-54E5-9415-9FD26E4F4970}"/>
              </a:ext>
            </a:extLst>
          </p:cNvPr>
          <p:cNvGrpSpPr/>
          <p:nvPr/>
        </p:nvGrpSpPr>
        <p:grpSpPr>
          <a:xfrm>
            <a:off x="10891218" y="3974699"/>
            <a:ext cx="1295955" cy="1032714"/>
            <a:chOff x="3632097" y="1307126"/>
            <a:chExt cx="1295955" cy="103271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9F3649A-82D8-A8FC-B46A-6EA6957ACE6C}"/>
                </a:ext>
              </a:extLst>
            </p:cNvPr>
            <p:cNvSpPr/>
            <p:nvPr/>
          </p:nvSpPr>
          <p:spPr>
            <a:xfrm>
              <a:off x="3632097" y="1307126"/>
              <a:ext cx="1295955" cy="103271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E8B5B8B6-19A5-6362-683A-0789D58D3B50}"/>
                </a:ext>
              </a:extLst>
            </p:cNvPr>
            <p:cNvSpPr txBox="1"/>
            <p:nvPr/>
          </p:nvSpPr>
          <p:spPr>
            <a:xfrm>
              <a:off x="3662344" y="1337373"/>
              <a:ext cx="1235461" cy="9722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dirty="0"/>
                <a:t>Flags for Non-Normal Answers</a:t>
              </a:r>
              <a:endParaRPr lang="en-US" sz="1600" kern="12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C3D1392-EDE2-23BD-898D-F4D64F0A3E45}"/>
              </a:ext>
            </a:extLst>
          </p:cNvPr>
          <p:cNvGrpSpPr/>
          <p:nvPr/>
        </p:nvGrpSpPr>
        <p:grpSpPr>
          <a:xfrm>
            <a:off x="9096948" y="3974699"/>
            <a:ext cx="1295955" cy="1032714"/>
            <a:chOff x="3632097" y="1307126"/>
            <a:chExt cx="1295955" cy="103271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34E668C-12E7-EECD-CAA5-CD39387553C3}"/>
                </a:ext>
              </a:extLst>
            </p:cNvPr>
            <p:cNvSpPr/>
            <p:nvPr/>
          </p:nvSpPr>
          <p:spPr>
            <a:xfrm>
              <a:off x="3632097" y="1307126"/>
              <a:ext cx="1295955" cy="103271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0F8D186B-0510-687E-F869-438DAD55E197}"/>
                </a:ext>
              </a:extLst>
            </p:cNvPr>
            <p:cNvSpPr txBox="1"/>
            <p:nvPr/>
          </p:nvSpPr>
          <p:spPr>
            <a:xfrm>
              <a:off x="3662344" y="1337373"/>
              <a:ext cx="1235461" cy="9722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dirty="0"/>
                <a:t>Stats on Y/N or 1 – 5 Questions</a:t>
              </a:r>
              <a:endParaRPr lang="en-US" sz="1600" kern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83BD27C-84D4-CE5B-F52C-7BE219AAF8CA}"/>
              </a:ext>
            </a:extLst>
          </p:cNvPr>
          <p:cNvGrpSpPr/>
          <p:nvPr/>
        </p:nvGrpSpPr>
        <p:grpSpPr>
          <a:xfrm rot="5400000">
            <a:off x="9607554" y="3590846"/>
            <a:ext cx="274742" cy="321396"/>
            <a:chOff x="10500660" y="1662785"/>
            <a:chExt cx="274742" cy="321396"/>
          </a:xfrm>
        </p:grpSpPr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3220CB65-EC41-7CBD-5954-AD4D908898D5}"/>
                </a:ext>
              </a:extLst>
            </p:cNvPr>
            <p:cNvSpPr/>
            <p:nvPr/>
          </p:nvSpPr>
          <p:spPr>
            <a:xfrm>
              <a:off x="10500660" y="1662785"/>
              <a:ext cx="274742" cy="32139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Arrow: Right 4">
              <a:extLst>
                <a:ext uri="{FF2B5EF4-FFF2-40B4-BE49-F238E27FC236}">
                  <a16:creationId xmlns:a16="http://schemas.microsoft.com/office/drawing/2014/main" id="{11045D91-3BFB-61EC-48DC-8B2B9F93CE36}"/>
                </a:ext>
              </a:extLst>
            </p:cNvPr>
            <p:cNvSpPr txBox="1"/>
            <p:nvPr/>
          </p:nvSpPr>
          <p:spPr>
            <a:xfrm>
              <a:off x="10500660" y="1727064"/>
              <a:ext cx="192319" cy="19283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300" kern="120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ED3ABE-21C4-AB52-8ECE-58334E454514}"/>
              </a:ext>
            </a:extLst>
          </p:cNvPr>
          <p:cNvGrpSpPr/>
          <p:nvPr/>
        </p:nvGrpSpPr>
        <p:grpSpPr>
          <a:xfrm rot="5400000">
            <a:off x="11450529" y="3605017"/>
            <a:ext cx="274742" cy="321396"/>
            <a:chOff x="10500660" y="1662785"/>
            <a:chExt cx="274742" cy="321396"/>
          </a:xfrm>
        </p:grpSpPr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F0E69CC3-F481-8000-BDBC-C8BC2C8571F6}"/>
                </a:ext>
              </a:extLst>
            </p:cNvPr>
            <p:cNvSpPr/>
            <p:nvPr/>
          </p:nvSpPr>
          <p:spPr>
            <a:xfrm>
              <a:off x="10500660" y="1662785"/>
              <a:ext cx="274742" cy="32139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Arrow: Right 4">
              <a:extLst>
                <a:ext uri="{FF2B5EF4-FFF2-40B4-BE49-F238E27FC236}">
                  <a16:creationId xmlns:a16="http://schemas.microsoft.com/office/drawing/2014/main" id="{56E1E1B8-D7EA-9158-5A56-6099DD0A03FD}"/>
                </a:ext>
              </a:extLst>
            </p:cNvPr>
            <p:cNvSpPr txBox="1"/>
            <p:nvPr/>
          </p:nvSpPr>
          <p:spPr>
            <a:xfrm>
              <a:off x="10500660" y="1727064"/>
              <a:ext cx="192319" cy="19283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3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1472670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1095C6-13D2-41EB-BD21-E404431992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	</a:t>
            </a:r>
            <a:fld id="{38B90DFD-62DE-414E-A22E-C1FEAF91FEB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A7637-5E29-C087-E96C-F9596D8A62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Pre-Processing Ideas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B66528-731A-C6CD-C679-BB1FC3DA2F8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7659" y="1871330"/>
            <a:ext cx="9691615" cy="2881893"/>
          </a:xfrm>
        </p:spPr>
        <p:txBody>
          <a:bodyPr/>
          <a:lstStyle/>
          <a:p>
            <a:r>
              <a:rPr lang="en-US" sz="2800" dirty="0"/>
              <a:t>Steps in the Pre-Processing Chain</a:t>
            </a:r>
          </a:p>
          <a:p>
            <a:pPr lvl="1"/>
            <a:r>
              <a:rPr lang="en-US" sz="2400" dirty="0"/>
              <a:t>Convert PDF to Gray Scale</a:t>
            </a:r>
          </a:p>
          <a:p>
            <a:pPr lvl="1"/>
            <a:r>
              <a:rPr lang="en-US" sz="2400" dirty="0"/>
              <a:t>Correct the orientation / </a:t>
            </a:r>
            <a:r>
              <a:rPr lang="en-US" sz="2400" dirty="0" err="1"/>
              <a:t>Deskew</a:t>
            </a:r>
            <a:r>
              <a:rPr lang="en-US" sz="2400" dirty="0"/>
              <a:t> to straighten it</a:t>
            </a:r>
          </a:p>
          <a:p>
            <a:pPr lvl="1"/>
            <a:r>
              <a:rPr lang="en-US" sz="2400" dirty="0"/>
              <a:t>Denoise it</a:t>
            </a:r>
          </a:p>
          <a:p>
            <a:pPr lvl="1"/>
            <a:r>
              <a:rPr lang="en-US" sz="2400" dirty="0"/>
              <a:t>Enhance contrast and gamma correction</a:t>
            </a:r>
          </a:p>
          <a:p>
            <a:pPr lvl="1"/>
            <a:r>
              <a:rPr lang="en-US" sz="2400" dirty="0"/>
              <a:t>Morphological cleaning (remove speckles)</a:t>
            </a:r>
          </a:p>
          <a:p>
            <a:pPr lvl="1"/>
            <a:r>
              <a:rPr lang="en-US" sz="2400" dirty="0"/>
              <a:t>Sharpen – Rescale</a:t>
            </a:r>
          </a:p>
          <a:p>
            <a:pPr lvl="1"/>
            <a:r>
              <a:rPr lang="en-US" sz="2400" dirty="0"/>
              <a:t>Segment page text blocks, images and tables for processing</a:t>
            </a:r>
          </a:p>
        </p:txBody>
      </p:sp>
    </p:spTree>
    <p:extLst>
      <p:ext uri="{BB962C8B-B14F-4D97-AF65-F5344CB8AC3E}">
        <p14:creationId xmlns:p14="http://schemas.microsoft.com/office/powerpoint/2010/main" val="157966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5573AA-B0E5-A9C1-33E6-D4FB771C10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	</a:t>
            </a:r>
            <a:fld id="{38B90DFD-62DE-414E-A22E-C1FEAF91FEB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8449E-06F5-5B61-3F5A-69D2B459B8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Code Snippet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2D987-454C-9317-8285-D4E13A20A0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1" y="719528"/>
            <a:ext cx="12022111" cy="5606321"/>
          </a:xfrm>
        </p:spPr>
        <p:txBody>
          <a:bodyPr/>
          <a:lstStyle/>
          <a:p>
            <a:pPr marL="0" indent="0">
              <a:buNone/>
            </a:pPr>
            <a:r>
              <a:rPr lang="en-US" b="0" i="1" dirty="0"/>
              <a:t># python</a:t>
            </a:r>
            <a:endParaRPr lang="en-US" b="0" dirty="0"/>
          </a:p>
          <a:p>
            <a:pPr marL="0" indent="0">
              <a:buNone/>
            </a:pPr>
            <a:r>
              <a:rPr lang="en-US" b="0" dirty="0"/>
              <a:t>import cv2</a:t>
            </a:r>
          </a:p>
          <a:p>
            <a:pPr marL="0" indent="0">
              <a:buNone/>
            </a:pPr>
            <a:r>
              <a:rPr lang="en-US" b="0" dirty="0"/>
              <a:t>import </a:t>
            </a:r>
            <a:r>
              <a:rPr lang="en-US" b="0" dirty="0" err="1"/>
              <a:t>numpy</a:t>
            </a:r>
            <a:r>
              <a:rPr lang="en-US" b="0" dirty="0"/>
              <a:t> as np</a:t>
            </a:r>
          </a:p>
          <a:p>
            <a:pPr marL="0" indent="0">
              <a:buNone/>
            </a:pPr>
            <a:r>
              <a:rPr lang="en-US" b="0" dirty="0"/>
              <a:t>from PIL import Image, </a:t>
            </a:r>
            <a:r>
              <a:rPr lang="en-US" b="0" dirty="0" err="1"/>
              <a:t>ImageOps</a:t>
            </a:r>
            <a:endParaRPr lang="en-US" b="0" dirty="0"/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r>
              <a:rPr lang="en-US" b="0" dirty="0"/>
              <a:t>def </a:t>
            </a:r>
            <a:r>
              <a:rPr lang="en-US" b="0" dirty="0" err="1"/>
              <a:t>pil_to_cv</a:t>
            </a:r>
            <a:r>
              <a:rPr lang="en-US" b="0" dirty="0"/>
              <a:t>(</a:t>
            </a:r>
            <a:r>
              <a:rPr lang="en-US" b="0" dirty="0" err="1"/>
              <a:t>pil_img</a:t>
            </a:r>
            <a:r>
              <a:rPr lang="en-US" b="0" dirty="0"/>
              <a:t>):</a:t>
            </a:r>
          </a:p>
          <a:p>
            <a:pPr marL="0" indent="0">
              <a:buNone/>
            </a:pPr>
            <a:r>
              <a:rPr lang="en-US" b="0" dirty="0"/>
              <a:t>    return cv2.cvtColor(</a:t>
            </a:r>
            <a:r>
              <a:rPr lang="en-US" b="0" dirty="0" err="1"/>
              <a:t>np.array</a:t>
            </a:r>
            <a:r>
              <a:rPr lang="en-US" b="0" dirty="0"/>
              <a:t>(</a:t>
            </a:r>
            <a:r>
              <a:rPr lang="en-US" b="0" dirty="0" err="1"/>
              <a:t>pil_img</a:t>
            </a:r>
            <a:r>
              <a:rPr lang="en-US" b="0" dirty="0"/>
              <a:t>), cv2.COLOR_RGB2BGR)</a:t>
            </a:r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r>
              <a:rPr lang="en-US" b="0" dirty="0"/>
              <a:t>def </a:t>
            </a:r>
            <a:r>
              <a:rPr lang="en-US" b="0" dirty="0" err="1"/>
              <a:t>cv_to_pil</a:t>
            </a:r>
            <a:r>
              <a:rPr lang="en-US" b="0" dirty="0"/>
              <a:t>(</a:t>
            </a:r>
            <a:r>
              <a:rPr lang="en-US" b="0" dirty="0" err="1"/>
              <a:t>cv_img</a:t>
            </a:r>
            <a:r>
              <a:rPr lang="en-US" b="0" dirty="0"/>
              <a:t>):</a:t>
            </a:r>
          </a:p>
          <a:p>
            <a:pPr marL="0" indent="0">
              <a:buNone/>
            </a:pPr>
            <a:r>
              <a:rPr lang="en-US" b="0" dirty="0"/>
              <a:t>    return </a:t>
            </a:r>
            <a:r>
              <a:rPr lang="en-US" b="0" dirty="0" err="1"/>
              <a:t>Image.fromarray</a:t>
            </a:r>
            <a:r>
              <a:rPr lang="en-US" b="0" dirty="0"/>
              <a:t>(cv2.cvtColor(</a:t>
            </a:r>
            <a:r>
              <a:rPr lang="en-US" b="0" dirty="0" err="1"/>
              <a:t>cv_img</a:t>
            </a:r>
            <a:r>
              <a:rPr lang="en-US" b="0" dirty="0"/>
              <a:t>, cv2.COLOR_BGR2RGB))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639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232C0E-8D8F-99E5-3B15-2B05B73FC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	</a:t>
            </a:r>
            <a:fld id="{38B90DFD-62DE-414E-A22E-C1FEAF91FEB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89C5E-863A-231F-153D-56D74C0172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Code Snippet (</a:t>
            </a:r>
            <a:r>
              <a:rPr lang="en-US" dirty="0" err="1"/>
              <a:t>Deskew</a:t>
            </a:r>
            <a:r>
              <a:rPr lang="en-US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7BEBC-528F-5FE1-5E7C-66E90F2732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" y="852366"/>
            <a:ext cx="12188824" cy="5632002"/>
          </a:xfrm>
        </p:spPr>
        <p:txBody>
          <a:bodyPr/>
          <a:lstStyle/>
          <a:p>
            <a:pPr marL="0" indent="0">
              <a:buNone/>
            </a:pPr>
            <a:r>
              <a:rPr lang="en-US" b="0" dirty="0"/>
              <a:t>def </a:t>
            </a:r>
            <a:r>
              <a:rPr lang="en-US" b="0" dirty="0" err="1"/>
              <a:t>deskew_gray</a:t>
            </a:r>
            <a:r>
              <a:rPr lang="en-US" b="0" dirty="0"/>
              <a:t>(gray):</a:t>
            </a:r>
          </a:p>
          <a:p>
            <a:pPr marL="0" indent="0">
              <a:buNone/>
            </a:pPr>
            <a:r>
              <a:rPr lang="en-US" b="0" dirty="0"/>
              <a:t>    coords = </a:t>
            </a:r>
            <a:r>
              <a:rPr lang="en-US" b="0" dirty="0" err="1"/>
              <a:t>np.column_stack</a:t>
            </a:r>
            <a:r>
              <a:rPr lang="en-US" b="0" dirty="0"/>
              <a:t>(</a:t>
            </a:r>
            <a:r>
              <a:rPr lang="en-US" b="0" dirty="0" err="1"/>
              <a:t>np.where</a:t>
            </a:r>
            <a:r>
              <a:rPr lang="en-US" b="0" dirty="0"/>
              <a:t>(gray &lt; 255))</a:t>
            </a:r>
          </a:p>
          <a:p>
            <a:pPr marL="0" indent="0">
              <a:buNone/>
            </a:pPr>
            <a:r>
              <a:rPr lang="en-US" b="0" dirty="0"/>
              <a:t>    if </a:t>
            </a:r>
            <a:r>
              <a:rPr lang="en-US" b="0" dirty="0" err="1"/>
              <a:t>coords.size</a:t>
            </a:r>
            <a:r>
              <a:rPr lang="en-US" b="0" dirty="0"/>
              <a:t> == 0:</a:t>
            </a:r>
          </a:p>
          <a:p>
            <a:pPr marL="0" indent="0">
              <a:buNone/>
            </a:pPr>
            <a:r>
              <a:rPr lang="en-US" b="0" dirty="0"/>
              <a:t>        return gray</a:t>
            </a:r>
          </a:p>
          <a:p>
            <a:pPr marL="0" indent="0">
              <a:buNone/>
            </a:pPr>
            <a:r>
              <a:rPr lang="en-US" b="0" dirty="0"/>
              <a:t>    angle = cv2.minAreaRect(coords)[-1]</a:t>
            </a:r>
          </a:p>
          <a:p>
            <a:pPr marL="0" indent="0">
              <a:buNone/>
            </a:pPr>
            <a:r>
              <a:rPr lang="en-US" b="0" dirty="0"/>
              <a:t>    if angle &lt; -45:</a:t>
            </a:r>
          </a:p>
          <a:p>
            <a:pPr marL="0" indent="0">
              <a:buNone/>
            </a:pPr>
            <a:r>
              <a:rPr lang="en-US" b="0" dirty="0"/>
              <a:t>        angle = -(90 + angle)</a:t>
            </a:r>
          </a:p>
          <a:p>
            <a:pPr marL="0" indent="0">
              <a:buNone/>
            </a:pPr>
            <a:r>
              <a:rPr lang="en-US" b="0" dirty="0"/>
              <a:t>    else:</a:t>
            </a:r>
          </a:p>
          <a:p>
            <a:pPr marL="0" indent="0">
              <a:buNone/>
            </a:pPr>
            <a:r>
              <a:rPr lang="en-US" b="0" dirty="0"/>
              <a:t>        angle = -angle</a:t>
            </a:r>
          </a:p>
          <a:p>
            <a:pPr marL="0" indent="0">
              <a:buNone/>
            </a:pPr>
            <a:r>
              <a:rPr lang="en-US" b="0" dirty="0"/>
              <a:t>    (h, w) = </a:t>
            </a:r>
            <a:r>
              <a:rPr lang="en-US" b="0" dirty="0" err="1"/>
              <a:t>gray.shape</a:t>
            </a:r>
            <a:r>
              <a:rPr lang="en-US" b="0" dirty="0"/>
              <a:t>[:2]</a:t>
            </a:r>
          </a:p>
          <a:p>
            <a:pPr marL="0" indent="0">
              <a:buNone/>
            </a:pPr>
            <a:r>
              <a:rPr lang="en-US" b="0" dirty="0"/>
              <a:t>    center = (w // 2, h // 2)</a:t>
            </a:r>
          </a:p>
          <a:p>
            <a:pPr marL="0" indent="0">
              <a:buNone/>
            </a:pPr>
            <a:r>
              <a:rPr lang="en-US" b="0" dirty="0"/>
              <a:t>    M = cv2.getRotationMatrix2D(center, angle, 1.0)</a:t>
            </a:r>
          </a:p>
          <a:p>
            <a:pPr marL="0" indent="0">
              <a:buNone/>
            </a:pPr>
            <a:r>
              <a:rPr lang="en-US" b="0" dirty="0"/>
              <a:t>    rotated = cv2.warpAffine(gray, M, (w, h), flags=cv2.INTER_LINEAR, </a:t>
            </a:r>
            <a:r>
              <a:rPr lang="en-US" b="0" dirty="0" err="1"/>
              <a:t>borderMode</a:t>
            </a:r>
            <a:r>
              <a:rPr lang="en-US" b="0" dirty="0"/>
              <a:t>=cv2.BORDER_REPLICATE)</a:t>
            </a:r>
          </a:p>
          <a:p>
            <a:pPr marL="0" indent="0">
              <a:buNone/>
            </a:pPr>
            <a:r>
              <a:rPr lang="en-US" b="0" dirty="0"/>
              <a:t>    return rotated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13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ACF5EE-9419-F009-D806-93A5BA1311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	</a:t>
            </a:r>
            <a:fld id="{38B90DFD-62DE-414E-A22E-C1FEAF91FEB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D5D9F-A5BB-BB4C-EA46-C69BC1B2CF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Code Snippet (Pre-Process Image)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E2EB3-F8D4-2A7A-A6C4-211548F8C9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" y="852366"/>
            <a:ext cx="12188824" cy="5632002"/>
          </a:xfrm>
        </p:spPr>
        <p:txBody>
          <a:bodyPr/>
          <a:lstStyle/>
          <a:p>
            <a:pPr marL="0" indent="0">
              <a:buNone/>
            </a:pPr>
            <a:r>
              <a:rPr lang="en-US" b="0" dirty="0"/>
              <a:t>def </a:t>
            </a:r>
            <a:r>
              <a:rPr lang="en-US" b="0" dirty="0" err="1"/>
              <a:t>preprocess_image</a:t>
            </a:r>
            <a:r>
              <a:rPr lang="en-US" b="0" dirty="0"/>
              <a:t>(</a:t>
            </a:r>
            <a:r>
              <a:rPr lang="en-US" b="0" dirty="0" err="1"/>
              <a:t>pil_img</a:t>
            </a:r>
            <a:r>
              <a:rPr lang="en-US" b="0" dirty="0"/>
              <a:t>, dpi=300, </a:t>
            </a:r>
            <a:r>
              <a:rPr lang="en-US" b="0" dirty="0" err="1"/>
              <a:t>remove_rule_lines</a:t>
            </a:r>
            <a:r>
              <a:rPr lang="en-US" b="0" dirty="0"/>
              <a:t>=True):</a:t>
            </a:r>
          </a:p>
          <a:p>
            <a:pPr marL="0" indent="0">
              <a:buNone/>
            </a:pPr>
            <a:r>
              <a:rPr lang="en-US" b="0" dirty="0"/>
              <a:t> </a:t>
            </a:r>
            <a:r>
              <a:rPr lang="en-US" b="0" i="1" dirty="0"/>
              <a:t># Convert to OpenCV BGR</a:t>
            </a:r>
            <a:endParaRPr lang="en-US" b="0" dirty="0"/>
          </a:p>
          <a:p>
            <a:pPr marL="0" indent="0">
              <a:buNone/>
            </a:pPr>
            <a:r>
              <a:rPr lang="en-US" b="0" dirty="0"/>
              <a:t>    </a:t>
            </a:r>
            <a:r>
              <a:rPr lang="en-US" b="0" dirty="0" err="1"/>
              <a:t>img</a:t>
            </a:r>
            <a:r>
              <a:rPr lang="en-US" b="0" dirty="0"/>
              <a:t> = </a:t>
            </a:r>
            <a:r>
              <a:rPr lang="en-US" b="0" dirty="0" err="1"/>
              <a:t>pil_to_cv</a:t>
            </a:r>
            <a:r>
              <a:rPr lang="en-US" b="0" dirty="0"/>
              <a:t>(</a:t>
            </a:r>
            <a:r>
              <a:rPr lang="en-US" b="0" dirty="0" err="1"/>
              <a:t>pil_img</a:t>
            </a:r>
            <a:r>
              <a:rPr lang="en-US" b="0" dirty="0"/>
              <a:t>)</a:t>
            </a:r>
          </a:p>
          <a:p>
            <a:pPr marL="0" indent="0">
              <a:buNone/>
            </a:pPr>
            <a:r>
              <a:rPr lang="en-US" b="0" dirty="0"/>
              <a:t>    </a:t>
            </a:r>
            <a:r>
              <a:rPr lang="en-US" b="0" i="1" dirty="0"/>
              <a:t># Convert to gray</a:t>
            </a:r>
            <a:endParaRPr lang="en-US" b="0" dirty="0"/>
          </a:p>
          <a:p>
            <a:pPr marL="0" indent="0">
              <a:buNone/>
            </a:pPr>
            <a:r>
              <a:rPr lang="en-US" b="0" dirty="0"/>
              <a:t>    gray = cv2.cvtColor(</a:t>
            </a:r>
            <a:r>
              <a:rPr lang="en-US" b="0" dirty="0" err="1"/>
              <a:t>img</a:t>
            </a:r>
            <a:r>
              <a:rPr lang="en-US" b="0" dirty="0"/>
              <a:t>, cv2.COLOR_BGR2GRAY)</a:t>
            </a:r>
          </a:p>
          <a:p>
            <a:pPr marL="0" indent="0">
              <a:buNone/>
            </a:pPr>
            <a:r>
              <a:rPr lang="en-US" b="0" i="1" dirty="0"/>
              <a:t># </a:t>
            </a:r>
            <a:r>
              <a:rPr lang="en-US" b="0" i="1" dirty="0" err="1"/>
              <a:t>Deskew</a:t>
            </a:r>
            <a:endParaRPr lang="en-US" b="0" dirty="0"/>
          </a:p>
          <a:p>
            <a:pPr marL="0" indent="0">
              <a:buNone/>
            </a:pPr>
            <a:r>
              <a:rPr lang="en-US" b="0" dirty="0"/>
              <a:t>    gray = </a:t>
            </a:r>
            <a:r>
              <a:rPr lang="en-US" b="0" dirty="0" err="1"/>
              <a:t>deskew_gray</a:t>
            </a:r>
            <a:r>
              <a:rPr lang="en-US" b="0" dirty="0"/>
              <a:t>(gray)</a:t>
            </a:r>
          </a:p>
          <a:p>
            <a:pPr marL="0" indent="0">
              <a:buNone/>
            </a:pPr>
            <a:r>
              <a:rPr lang="en-US" b="0" i="1" dirty="0"/>
              <a:t># Denoise</a:t>
            </a:r>
            <a:endParaRPr lang="en-US" b="0" dirty="0"/>
          </a:p>
          <a:p>
            <a:pPr marL="0" indent="0">
              <a:buNone/>
            </a:pPr>
            <a:r>
              <a:rPr lang="en-US" b="0" dirty="0"/>
              <a:t>    gray = cv2.fastNlMeansDenoising(gray, h=10, </a:t>
            </a:r>
            <a:r>
              <a:rPr lang="en-US" b="0" dirty="0" err="1"/>
              <a:t>templateWindowSize</a:t>
            </a:r>
            <a:r>
              <a:rPr lang="en-US" b="0" dirty="0"/>
              <a:t>=7, </a:t>
            </a:r>
            <a:r>
              <a:rPr lang="en-US" b="0" dirty="0" err="1"/>
              <a:t>searchWindowSize</a:t>
            </a:r>
            <a:r>
              <a:rPr lang="en-US" b="0" dirty="0"/>
              <a:t>=21)</a:t>
            </a:r>
          </a:p>
          <a:p>
            <a:pPr marL="0" indent="0">
              <a:buNone/>
            </a:pPr>
            <a:r>
              <a:rPr lang="en-US" b="0" dirty="0"/>
              <a:t> </a:t>
            </a:r>
            <a:r>
              <a:rPr lang="en-US" b="0" i="1" dirty="0"/>
              <a:t># Contrast enhancement with CLAHE</a:t>
            </a:r>
            <a:endParaRPr lang="en-US" b="0" dirty="0"/>
          </a:p>
          <a:p>
            <a:pPr marL="0" indent="0">
              <a:buNone/>
            </a:pPr>
            <a:r>
              <a:rPr lang="en-US" b="0" dirty="0"/>
              <a:t>    </a:t>
            </a:r>
            <a:r>
              <a:rPr lang="en-US" b="0" dirty="0" err="1"/>
              <a:t>clahe</a:t>
            </a:r>
            <a:r>
              <a:rPr lang="en-US" b="0" dirty="0"/>
              <a:t> = cv2.createCLAHE(</a:t>
            </a:r>
            <a:r>
              <a:rPr lang="en-US" b="0" dirty="0" err="1"/>
              <a:t>clipLimit</a:t>
            </a:r>
            <a:r>
              <a:rPr lang="en-US" b="0" dirty="0"/>
              <a:t>=3.0, </a:t>
            </a:r>
            <a:r>
              <a:rPr lang="en-US" b="0" dirty="0" err="1"/>
              <a:t>tileGridSize</a:t>
            </a:r>
            <a:r>
              <a:rPr lang="en-US" b="0" dirty="0"/>
              <a:t>=(8,8))</a:t>
            </a:r>
          </a:p>
          <a:p>
            <a:pPr marL="0" indent="0">
              <a:buNone/>
            </a:pPr>
            <a:r>
              <a:rPr lang="en-US" b="0" dirty="0"/>
              <a:t>    gray = </a:t>
            </a:r>
            <a:r>
              <a:rPr lang="en-US" b="0" dirty="0" err="1"/>
              <a:t>clahe.apply</a:t>
            </a:r>
            <a:r>
              <a:rPr lang="en-US" b="0" dirty="0"/>
              <a:t>(gray)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295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787388-7C29-08F9-61FB-46E38EFFB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	</a:t>
            </a:r>
            <a:fld id="{38B90DFD-62DE-414E-A22E-C1FEAF91FEB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E386F-9DCC-DC54-D25C-05284CFAD6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Pre-Processing Cont.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190819-C26D-B630-5601-2DB900C678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" y="723014"/>
            <a:ext cx="12188824" cy="5841391"/>
          </a:xfrm>
        </p:spPr>
        <p:txBody>
          <a:bodyPr/>
          <a:lstStyle/>
          <a:p>
            <a:pPr marL="0" indent="0">
              <a:buNone/>
            </a:pPr>
            <a:r>
              <a:rPr lang="en-US" b="0" dirty="0"/>
              <a:t> </a:t>
            </a:r>
            <a:r>
              <a:rPr lang="en-US" b="0" i="1" dirty="0"/>
              <a:t># Remove small noise blobs</a:t>
            </a:r>
            <a:endParaRPr lang="en-US" b="0" dirty="0"/>
          </a:p>
          <a:p>
            <a:pPr marL="0" indent="0">
              <a:buNone/>
            </a:pPr>
            <a:r>
              <a:rPr lang="en-US" b="0" dirty="0"/>
              <a:t>    kernel = cv2.getStructuringElement(cv2.MORPH_RECT, (3,3))</a:t>
            </a:r>
          </a:p>
          <a:p>
            <a:pPr marL="0" indent="0">
              <a:buNone/>
            </a:pPr>
            <a:r>
              <a:rPr lang="en-US" b="0" dirty="0"/>
              <a:t>    </a:t>
            </a:r>
            <a:r>
              <a:rPr lang="en-US" b="0" dirty="0" err="1"/>
              <a:t>bin_img</a:t>
            </a:r>
            <a:r>
              <a:rPr lang="en-US" b="0" dirty="0"/>
              <a:t> = cv2.morphologyEx(</a:t>
            </a:r>
            <a:r>
              <a:rPr lang="en-US" b="0" dirty="0" err="1"/>
              <a:t>bin_img</a:t>
            </a:r>
            <a:r>
              <a:rPr lang="en-US" b="0" dirty="0"/>
              <a:t>, cv2.MORPH_OPEN, kernel, iterations=1)</a:t>
            </a:r>
          </a:p>
          <a:p>
            <a:pPr marL="0" indent="0">
              <a:buNone/>
            </a:pPr>
            <a:r>
              <a:rPr lang="en-US" b="0" dirty="0"/>
              <a:t> </a:t>
            </a:r>
            <a:r>
              <a:rPr lang="en-US" b="0" i="1" dirty="0"/>
              <a:t># Optionally remove horizontal/vertical lines (useful for ruled forms)</a:t>
            </a:r>
            <a:endParaRPr lang="en-US" b="0" dirty="0"/>
          </a:p>
          <a:p>
            <a:pPr marL="0" indent="0">
              <a:buNone/>
            </a:pPr>
            <a:r>
              <a:rPr lang="en-US" b="0" dirty="0"/>
              <a:t>    if </a:t>
            </a:r>
            <a:r>
              <a:rPr lang="en-US" b="0" dirty="0" err="1"/>
              <a:t>remove_rule_lines</a:t>
            </a:r>
            <a:r>
              <a:rPr lang="en-US" b="0" dirty="0"/>
              <a:t>:</a:t>
            </a:r>
          </a:p>
          <a:p>
            <a:pPr marL="0" indent="0">
              <a:buNone/>
            </a:pPr>
            <a:r>
              <a:rPr lang="en-US" b="0" dirty="0"/>
              <a:t>        </a:t>
            </a:r>
            <a:r>
              <a:rPr lang="en-US" b="0" dirty="0" err="1"/>
              <a:t>bin_img</a:t>
            </a:r>
            <a:r>
              <a:rPr lang="en-US" b="0" dirty="0"/>
              <a:t> = </a:t>
            </a:r>
            <a:r>
              <a:rPr lang="en-US" b="0" dirty="0" err="1"/>
              <a:t>remove_lines</a:t>
            </a:r>
            <a:r>
              <a:rPr lang="en-US" b="0" dirty="0"/>
              <a:t>(</a:t>
            </a:r>
            <a:r>
              <a:rPr lang="en-US" b="0" dirty="0" err="1"/>
              <a:t>bin_img</a:t>
            </a:r>
            <a:r>
              <a:rPr lang="en-US" b="0" dirty="0"/>
              <a:t>, axis='horizontal', </a:t>
            </a:r>
            <a:r>
              <a:rPr lang="en-US" b="0" dirty="0" err="1"/>
              <a:t>line_scale</a:t>
            </a:r>
            <a:r>
              <a:rPr lang="en-US" b="0" dirty="0"/>
              <a:t>=30)</a:t>
            </a:r>
          </a:p>
          <a:p>
            <a:pPr marL="0" indent="0">
              <a:buNone/>
            </a:pPr>
            <a:r>
              <a:rPr lang="en-US" b="0" dirty="0"/>
              <a:t>        </a:t>
            </a:r>
            <a:r>
              <a:rPr lang="en-US" b="0" dirty="0" err="1"/>
              <a:t>bin_img</a:t>
            </a:r>
            <a:r>
              <a:rPr lang="en-US" b="0" dirty="0"/>
              <a:t> = </a:t>
            </a:r>
            <a:r>
              <a:rPr lang="en-US" b="0" dirty="0" err="1"/>
              <a:t>remove_lines</a:t>
            </a:r>
            <a:r>
              <a:rPr lang="en-US" b="0" dirty="0"/>
              <a:t>(</a:t>
            </a:r>
            <a:r>
              <a:rPr lang="en-US" b="0" dirty="0" err="1"/>
              <a:t>bin_img</a:t>
            </a:r>
            <a:r>
              <a:rPr lang="en-US" b="0" dirty="0"/>
              <a:t>, axis='vertical', </a:t>
            </a:r>
            <a:r>
              <a:rPr lang="en-US" b="0" dirty="0" err="1"/>
              <a:t>line_scale</a:t>
            </a:r>
            <a:r>
              <a:rPr lang="en-US" b="0" dirty="0"/>
              <a:t>=30)</a:t>
            </a:r>
          </a:p>
          <a:p>
            <a:pPr marL="0" indent="0">
              <a:buNone/>
            </a:pPr>
            <a:r>
              <a:rPr lang="en-US" b="0" dirty="0"/>
              <a:t> </a:t>
            </a:r>
            <a:r>
              <a:rPr lang="en-US" b="0" i="1" dirty="0"/>
              <a:t># Optional sharpening: unsharp mask</a:t>
            </a:r>
            <a:endParaRPr lang="en-US" b="0" dirty="0"/>
          </a:p>
          <a:p>
            <a:pPr marL="0" indent="0">
              <a:buNone/>
            </a:pPr>
            <a:r>
              <a:rPr lang="en-US" b="0" dirty="0"/>
              <a:t>    blur = cv2.GaussianBlur(</a:t>
            </a:r>
            <a:r>
              <a:rPr lang="en-US" b="0" dirty="0" err="1"/>
              <a:t>bin_img</a:t>
            </a:r>
            <a:r>
              <a:rPr lang="en-US" b="0" dirty="0"/>
              <a:t>, (0,0), </a:t>
            </a:r>
            <a:r>
              <a:rPr lang="en-US" b="0" dirty="0" err="1"/>
              <a:t>sigmaX</a:t>
            </a:r>
            <a:r>
              <a:rPr lang="en-US" b="0" dirty="0"/>
              <a:t>=1.0)</a:t>
            </a:r>
          </a:p>
          <a:p>
            <a:pPr marL="0" indent="0">
              <a:buNone/>
            </a:pPr>
            <a:r>
              <a:rPr lang="en-US" b="0" dirty="0"/>
              <a:t>    sharpened = cv2.addWeighted(</a:t>
            </a:r>
            <a:r>
              <a:rPr lang="en-US" b="0" dirty="0" err="1"/>
              <a:t>bin_img</a:t>
            </a:r>
            <a:r>
              <a:rPr lang="en-US" b="0" dirty="0"/>
              <a:t>, 1.5, blur, -0.5, 0)</a:t>
            </a:r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r>
              <a:rPr lang="en-US" b="0" dirty="0"/>
              <a:t>    return sharpened</a:t>
            </a:r>
          </a:p>
        </p:txBody>
      </p:sp>
    </p:spTree>
    <p:extLst>
      <p:ext uri="{BB962C8B-B14F-4D97-AF65-F5344CB8AC3E}">
        <p14:creationId xmlns:p14="http://schemas.microsoft.com/office/powerpoint/2010/main" val="1064280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09BF88-820A-20A0-A48A-F78301F06DD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69325" y="6564313"/>
            <a:ext cx="3619500" cy="293687"/>
          </a:xfrm>
        </p:spPr>
        <p:txBody>
          <a:bodyPr/>
          <a:lstStyle/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73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FFA842-D550-E3AD-9701-0656D70617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535217-A00B-BFD1-580D-0143065C2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255760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8&quot; unique_id=&quot;142967&quot;&gt;&lt;/object&gt;&lt;object type=&quot;2&quot; unique_id=&quot;142968&quot;&gt;&lt;object type=&quot;3&quot; unique_id=&quot;142969&quot;&gt;&lt;property id=&quot;20148&quot; value=&quot;5&quot;/&gt;&lt;property id=&quot;20300&quot; value=&quot;Slide 1 - &amp;quot;Boeing Defense,  Space &amp;amp; Security&amp;quot;&quot;/&gt;&lt;property id=&quot;20307&quot; value=&quot;256&quot;/&gt;&lt;/object&gt;&lt;object type=&quot;3&quot; unique_id=&quot;142970&quot;&gt;&lt;property id=&quot;20148&quot; value=&quot;5&quot;/&gt;&lt;property id=&quot;20300&quot; value=&quot;Slide 2&quot;/&gt;&lt;property id=&quot;20307&quot; value=&quot;258&quot;/&gt;&lt;/object&gt;&lt;object type=&quot;3&quot; unique_id=&quot;142971&quot;&gt;&lt;property id=&quot;20148&quot; value=&quot;5&quot;/&gt;&lt;property id=&quot;20300&quot; value=&quot;Slide 3&quot;/&gt;&lt;property id=&quot;20307&quot; value=&quot;259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CS_template_16x9">
  <a:themeElements>
    <a:clrScheme name="Boeing Color Palette">
      <a:dk1>
        <a:srgbClr val="000000"/>
      </a:dk1>
      <a:lt1>
        <a:srgbClr val="FFFFFF"/>
      </a:lt1>
      <a:dk2>
        <a:srgbClr val="0039A6"/>
      </a:dk2>
      <a:lt2>
        <a:srgbClr val="A5ACB0"/>
      </a:lt2>
      <a:accent1>
        <a:srgbClr val="0039A6"/>
      </a:accent1>
      <a:accent2>
        <a:srgbClr val="E70033"/>
      </a:accent2>
      <a:accent3>
        <a:srgbClr val="0096DB"/>
      </a:accent3>
      <a:accent4>
        <a:srgbClr val="77B800"/>
      </a:accent4>
      <a:accent5>
        <a:srgbClr val="580F8B"/>
      </a:accent5>
      <a:accent6>
        <a:srgbClr val="FFA200"/>
      </a:accent6>
      <a:hlink>
        <a:srgbClr val="0039A6"/>
      </a:hlink>
      <a:folHlink>
        <a:srgbClr val="A5ACB0"/>
      </a:folHlink>
    </a:clrScheme>
    <a:fontScheme name="4_GradientBar_IdentityBar_QUESTIO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eing Color Palette">
        <a:dk1>
          <a:srgbClr val="000000"/>
        </a:dk1>
        <a:lt1>
          <a:srgbClr val="FFFFFF"/>
        </a:lt1>
        <a:dk2>
          <a:srgbClr val="0039A6"/>
        </a:dk2>
        <a:lt2>
          <a:srgbClr val="A5ACB0"/>
        </a:lt2>
        <a:accent1>
          <a:srgbClr val="0039A6"/>
        </a:accent1>
        <a:accent2>
          <a:srgbClr val="E70033"/>
        </a:accent2>
        <a:accent3>
          <a:srgbClr val="0096DB"/>
        </a:accent3>
        <a:accent4>
          <a:srgbClr val="77B800"/>
        </a:accent4>
        <a:accent5>
          <a:srgbClr val="580F8B"/>
        </a:accent5>
        <a:accent6>
          <a:srgbClr val="FFA200"/>
        </a:accent6>
        <a:hlink>
          <a:srgbClr val="0039A6"/>
        </a:hlink>
        <a:folHlink>
          <a:srgbClr val="A5ACB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ANTONE 7546">
      <a:srgbClr val="253746"/>
    </a:custClr>
    <a:custClr name="PANTONE 431">
      <a:srgbClr val="5B6770"/>
    </a:custClr>
    <a:custClr name="PANTONE 429">
      <a:srgbClr val="A3AAAE"/>
    </a:custClr>
    <a:custClr name="PANTONE CG1">
      <a:srgbClr val="DAD9D7"/>
    </a:custClr>
    <a:custClr name="Process Magenta">
      <a:srgbClr val="E5007E"/>
    </a:custClr>
    <a:custClr name="PANTONE 4975">
      <a:srgbClr val="402020"/>
    </a:custClr>
    <a:custClr name="PANTONE 201">
      <a:srgbClr val="A32136"/>
    </a:custClr>
    <a:custClr name="PANTONE 185">
      <a:srgbClr val="EA002A"/>
    </a:custClr>
    <a:custClr name="PANTONE 1665">
      <a:srgbClr val="E14504"/>
    </a:custClr>
    <a:custClr name="PANTONE 137">
      <a:srgbClr val="FFA400"/>
    </a:custClr>
    <a:custClr name="PANTONE 108">
      <a:srgbClr val="FFDB00"/>
    </a:custClr>
    <a:custClr name="PANTONE 1215">
      <a:srgbClr val="FDD773"/>
    </a:custClr>
    <a:custClr name="PANTONE 7499">
      <a:srgbClr val="F2E5B3"/>
    </a:custClr>
    <a:custClr name="PANTONE 553">
      <a:srgbClr val="214232"/>
    </a:custClr>
    <a:custClr name="PANTONE 376">
      <a:srgbClr val="81BC00"/>
    </a:custClr>
    <a:custClr name="PANTONE 373">
      <a:srgbClr val="CCE981"/>
    </a:custClr>
    <a:custClr name="PANTONE 328">
      <a:srgbClr val="007167"/>
    </a:custClr>
    <a:custClr name="PANTONE 309">
      <a:srgbClr val="003B4A"/>
    </a:custClr>
    <a:custClr name="PANTONE 3135">
      <a:srgbClr val="008BAC"/>
    </a:custClr>
    <a:custClr name="PANTONE 7457">
      <a:srgbClr val="BADCE6"/>
    </a:custClr>
    <a:custClr name="PANTONE 289">
      <a:srgbClr val="0A2240"/>
    </a:custClr>
    <a:custClr name="PANTONE 2925">
      <a:srgbClr val="0096DF"/>
    </a:custClr>
    <a:custClr name="PANTONE 283">
      <a:srgbClr val="92C0EA"/>
    </a:custClr>
    <a:custClr name="PANTONE 2597">
      <a:srgbClr val="5C0F8C"/>
    </a:custClr>
  </a:custClrLst>
  <a:extLst>
    <a:ext uri="{05A4C25C-085E-4340-85A3-A5531E510DB2}">
      <thm15:themeFamily xmlns:thm15="http://schemas.microsoft.com/office/thememl/2012/main" name="362636_BoeingInCalifornia_PPT_Template_041223" id="{47E043EA-4E60-5143-8103-88FBD5539FAF}" vid="{593280AC-1D1B-E64B-A886-307A9D7A09EE}"/>
    </a:ext>
  </a:extLst>
</a:theme>
</file>

<file path=ppt/theme/theme2.xml><?xml version="1.0" encoding="utf-8"?>
<a:theme xmlns:a="http://schemas.openxmlformats.org/drawingml/2006/main" name="Office Theme">
  <a:themeElements>
    <a:clrScheme name="Boeing Color Palette">
      <a:dk1>
        <a:srgbClr val="000000"/>
      </a:dk1>
      <a:lt1>
        <a:srgbClr val="FFFFFF"/>
      </a:lt1>
      <a:dk2>
        <a:srgbClr val="0039A6"/>
      </a:dk2>
      <a:lt2>
        <a:srgbClr val="A5ACB0"/>
      </a:lt2>
      <a:accent1>
        <a:srgbClr val="0039A6"/>
      </a:accent1>
      <a:accent2>
        <a:srgbClr val="E70033"/>
      </a:accent2>
      <a:accent3>
        <a:srgbClr val="0096DB"/>
      </a:accent3>
      <a:accent4>
        <a:srgbClr val="77B800"/>
      </a:accent4>
      <a:accent5>
        <a:srgbClr val="580F8B"/>
      </a:accent5>
      <a:accent6>
        <a:srgbClr val="FFA200"/>
      </a:accent6>
      <a:hlink>
        <a:srgbClr val="0039A6"/>
      </a:hlink>
      <a:folHlink>
        <a:srgbClr val="A5ACB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PANTONE 7546">
      <a:srgbClr val="394A59"/>
    </a:custClr>
    <a:custClr name="PANTONE 431">
      <a:srgbClr val="5F6A72"/>
    </a:custClr>
    <a:custClr name="PANTONE 429">
      <a:srgbClr val="A5ACB0"/>
    </a:custClr>
    <a:custClr name="PANTONE CG1">
      <a:srgbClr val="E2E1DD"/>
    </a:custClr>
    <a:custClr name="PANTONE 7421">
      <a:srgbClr val="61162D"/>
    </a:custClr>
    <a:custClr name="PANTONE 221">
      <a:srgbClr val="96004B"/>
    </a:custClr>
    <a:custClr name="PANTONE 4975">
      <a:srgbClr val="462324"/>
    </a:custClr>
    <a:custClr name="PANTONE 201">
      <a:srgbClr val="9E1B32"/>
    </a:custClr>
    <a:custClr name="PANTONE 185">
      <a:srgbClr val="E70033"/>
    </a:custClr>
    <a:custClr name="PANTONE 1665">
      <a:srgbClr val="E24912"/>
    </a:custClr>
    <a:custClr name="PANTONE 137">
      <a:srgbClr val="FFA200"/>
    </a:custClr>
    <a:custClr name="PANTONE 1215">
      <a:srgbClr val="FBDE81"/>
    </a:custClr>
    <a:custClr name="PANTONE 7499">
      <a:srgbClr val="EEE8C5"/>
    </a:custClr>
    <a:custClr name="PANTONE 553">
      <a:srgbClr val="214232"/>
    </a:custClr>
    <a:custClr name="PANTONE 376">
      <a:srgbClr val="77B800"/>
    </a:custClr>
    <a:custClr name="PANTONE 373">
      <a:srgbClr val="CFEA8B"/>
    </a:custClr>
    <a:custClr name="PANTONE 328">
      <a:srgbClr val="007165"/>
    </a:custClr>
    <a:custClr name="PANTONE 309">
      <a:srgbClr val="003D4D"/>
    </a:custClr>
    <a:custClr name="PANTONE 3135">
      <a:srgbClr val="0091B5"/>
    </a:custClr>
    <a:custClr name="PANTONE 9041">
      <a:srgbClr val="E2EBE4"/>
    </a:custClr>
    <a:custClr name="PANTONE 289">
      <a:srgbClr val="002144"/>
    </a:custClr>
    <a:custClr name="PANTONE 2925">
      <a:srgbClr val="0096DB"/>
    </a:custClr>
    <a:custClr name="PANTONE 283">
      <a:srgbClr val="97C5EB"/>
    </a:custClr>
    <a:custClr name="PANTONE 2597">
      <a:srgbClr val="580F8B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F4679FBC9C894BBCEA478888355A42" ma:contentTypeVersion="0" ma:contentTypeDescription="Create a new document." ma:contentTypeScope="" ma:versionID="05318c2c1f1e5d83158f267a322f41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46B113E-5857-4F0D-9780-658F409F3A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8919BF3-F420-487E-9C7B-4848D9AC76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7FA0E4-2C0D-4160-AA87-43C6EEEA4476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CS_template_16x9</Template>
  <TotalTime>6997</TotalTime>
  <Words>653</Words>
  <Application>Microsoft Office PowerPoint</Application>
  <PresentationFormat>Custom</PresentationFormat>
  <Paragraphs>86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HelveticaNeueLT Std</vt:lpstr>
      <vt:lpstr>Symbol</vt:lpstr>
      <vt:lpstr>Wingdings</vt:lpstr>
      <vt:lpstr>CS_template_16x9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CS Template 16x9</dc:subject>
  <dc:creator>Microsoft Office User</dc:creator>
  <cp:keywords>CS Template 16x9;306114</cp:keywords>
  <dc:description>Artist: Pionke (Deloney presentation specialist)
RMS#: 289830
Date: 10/22/2015</dc:description>
  <cp:lastModifiedBy>Brown (US), Collin R</cp:lastModifiedBy>
  <cp:revision>142</cp:revision>
  <cp:lastPrinted>2020-02-13T16:20:50Z</cp:lastPrinted>
  <dcterms:created xsi:type="dcterms:W3CDTF">2023-11-06T14:20:46Z</dcterms:created>
  <dcterms:modified xsi:type="dcterms:W3CDTF">2025-11-21T22:51:53Z</dcterms:modified>
  <cp:category>PPT Template</cp:category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0x010100E3F4679FBC9C894BBCEA478888355A42</vt:lpwstr>
  </property>
</Properties>
</file>