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"/>
  </p:notesMasterIdLst>
  <p:sldIdLst>
    <p:sldId id="256" r:id="rId2"/>
    <p:sldId id="346" r:id="rId3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104">
          <p15:clr>
            <a:srgbClr val="A4A3A4"/>
          </p15:clr>
        </p15:guide>
        <p15:guide id="2" pos="360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EC7A9FC-0D39-0759-3FD3-720F61323DD9}" name="Pasque, Kurt R LT USN NETC PENSACOLA FL (USA)" initials="KP" userId="S::kurt.r.pasque.mil@us.navy.mil::38b5e835-1ec2-4171-9b70-1f10d66bfd0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D5D"/>
    <a:srgbClr val="F2AA84"/>
    <a:srgbClr val="FBE3D6"/>
    <a:srgbClr val="00B050"/>
    <a:srgbClr val="FF0000"/>
    <a:srgbClr val="FF3F3F"/>
    <a:srgbClr val="FFFF00"/>
    <a:srgbClr val="000066"/>
    <a:srgbClr val="4EA72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6220" autoAdjust="0"/>
  </p:normalViewPr>
  <p:slideViewPr>
    <p:cSldViewPr>
      <p:cViewPr varScale="1">
        <p:scale>
          <a:sx n="111" d="100"/>
          <a:sy n="111" d="100"/>
        </p:scale>
        <p:origin x="1614" y="78"/>
      </p:cViewPr>
      <p:guideLst>
        <p:guide orient="horz" pos="1104"/>
        <p:guide pos="360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60" d="100"/>
        <a:sy n="160" d="100"/>
      </p:scale>
      <p:origin x="0" y="-1824"/>
    </p:cViewPr>
  </p:sorterViewPr>
  <p:notesViewPr>
    <p:cSldViewPr>
      <p:cViewPr varScale="1">
        <p:scale>
          <a:sx n="54" d="100"/>
          <a:sy n="54" d="100"/>
        </p:scale>
        <p:origin x="-2142" y="-10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8/10/relationships/authors" Target="author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sque, Kurt R LT USN NETC PENSACOLA FL (USA)" userId="38b5e835-1ec2-4171-9b70-1f10d66bfd05" providerId="ADAL" clId="{AAC914B8-594C-4B55-9193-8BC7F0BFA5DE}"/>
    <pc:docChg chg="undo custSel addSld delSld modSld">
      <pc:chgData name="Pasque, Kurt R LT USN NETC PENSACOLA FL (USA)" userId="38b5e835-1ec2-4171-9b70-1f10d66bfd05" providerId="ADAL" clId="{AAC914B8-594C-4B55-9193-8BC7F0BFA5DE}" dt="2026-01-09T17:35:09.305" v="801" actId="20577"/>
      <pc:docMkLst>
        <pc:docMk/>
      </pc:docMkLst>
      <pc:sldChg chg="modSp mod">
        <pc:chgData name="Pasque, Kurt R LT USN NETC PENSACOLA FL (USA)" userId="38b5e835-1ec2-4171-9b70-1f10d66bfd05" providerId="ADAL" clId="{AAC914B8-594C-4B55-9193-8BC7F0BFA5DE}" dt="2026-01-09T17:34:17.187" v="776" actId="20577"/>
        <pc:sldMkLst>
          <pc:docMk/>
          <pc:sldMk cId="0" sldId="256"/>
        </pc:sldMkLst>
        <pc:spChg chg="mod">
          <ac:chgData name="Pasque, Kurt R LT USN NETC PENSACOLA FL (USA)" userId="38b5e835-1ec2-4171-9b70-1f10d66bfd05" providerId="ADAL" clId="{AAC914B8-594C-4B55-9193-8BC7F0BFA5DE}" dt="2026-01-09T17:34:06.969" v="767" actId="20577"/>
          <ac:spMkLst>
            <pc:docMk/>
            <pc:sldMk cId="0" sldId="256"/>
            <ac:spMk id="3074" creationId="{9F2FC44C-5EFA-2F0C-FD88-BB2BA3254188}"/>
          </ac:spMkLst>
        </pc:spChg>
        <pc:spChg chg="mod">
          <ac:chgData name="Pasque, Kurt R LT USN NETC PENSACOLA FL (USA)" userId="38b5e835-1ec2-4171-9b70-1f10d66bfd05" providerId="ADAL" clId="{AAC914B8-594C-4B55-9193-8BC7F0BFA5DE}" dt="2026-01-09T17:34:17.187" v="776" actId="20577"/>
          <ac:spMkLst>
            <pc:docMk/>
            <pc:sldMk cId="0" sldId="256"/>
            <ac:spMk id="3075" creationId="{9C361856-A1C1-F38D-F275-DDDEFED17CD6}"/>
          </ac:spMkLst>
        </pc:spChg>
      </pc:sldChg>
      <pc:sldChg chg="modSp new del mod">
        <pc:chgData name="Pasque, Kurt R LT USN NETC PENSACOLA FL (USA)" userId="38b5e835-1ec2-4171-9b70-1f10d66bfd05" providerId="ADAL" clId="{AAC914B8-594C-4B55-9193-8BC7F0BFA5DE}" dt="2026-01-09T17:33:59.435" v="765" actId="47"/>
        <pc:sldMkLst>
          <pc:docMk/>
          <pc:sldMk cId="3070331038" sldId="343"/>
        </pc:sldMkLst>
        <pc:spChg chg="mod">
          <ac:chgData name="Pasque, Kurt R LT USN NETC PENSACOLA FL (USA)" userId="38b5e835-1ec2-4171-9b70-1f10d66bfd05" providerId="ADAL" clId="{AAC914B8-594C-4B55-9193-8BC7F0BFA5DE}" dt="2025-12-15T21:55:15.109" v="62" actId="20577"/>
          <ac:spMkLst>
            <pc:docMk/>
            <pc:sldMk cId="3070331038" sldId="343"/>
            <ac:spMk id="2" creationId="{55079C4B-F80C-EB76-7B2C-A02D46201901}"/>
          </ac:spMkLst>
        </pc:spChg>
        <pc:spChg chg="mod">
          <ac:chgData name="Pasque, Kurt R LT USN NETC PENSACOLA FL (USA)" userId="38b5e835-1ec2-4171-9b70-1f10d66bfd05" providerId="ADAL" clId="{AAC914B8-594C-4B55-9193-8BC7F0BFA5DE}" dt="2025-12-15T21:58:50.536" v="414" actId="11"/>
          <ac:spMkLst>
            <pc:docMk/>
            <pc:sldMk cId="3070331038" sldId="343"/>
            <ac:spMk id="3" creationId="{BA53D479-A7FB-C433-9E82-6C689E39EBAF}"/>
          </ac:spMkLst>
        </pc:spChg>
      </pc:sldChg>
      <pc:sldChg chg="modSp new del mod">
        <pc:chgData name="Pasque, Kurt R LT USN NETC PENSACOLA FL (USA)" userId="38b5e835-1ec2-4171-9b70-1f10d66bfd05" providerId="ADAL" clId="{AAC914B8-594C-4B55-9193-8BC7F0BFA5DE}" dt="2026-01-09T17:33:59.154" v="764" actId="47"/>
        <pc:sldMkLst>
          <pc:docMk/>
          <pc:sldMk cId="2657023707" sldId="344"/>
        </pc:sldMkLst>
        <pc:spChg chg="mod">
          <ac:chgData name="Pasque, Kurt R LT USN NETC PENSACOLA FL (USA)" userId="38b5e835-1ec2-4171-9b70-1f10d66bfd05" providerId="ADAL" clId="{AAC914B8-594C-4B55-9193-8BC7F0BFA5DE}" dt="2025-12-15T21:56:05.210" v="159" actId="20577"/>
          <ac:spMkLst>
            <pc:docMk/>
            <pc:sldMk cId="2657023707" sldId="344"/>
            <ac:spMk id="2" creationId="{DC56D911-DAD8-695F-9EF7-3A9D4B0E9A74}"/>
          </ac:spMkLst>
        </pc:spChg>
      </pc:sldChg>
      <pc:sldChg chg="modSp new del mod">
        <pc:chgData name="Pasque, Kurt R LT USN NETC PENSACOLA FL (USA)" userId="38b5e835-1ec2-4171-9b70-1f10d66bfd05" providerId="ADAL" clId="{AAC914B8-594C-4B55-9193-8BC7F0BFA5DE}" dt="2026-01-09T17:33:58.214" v="763" actId="47"/>
        <pc:sldMkLst>
          <pc:docMk/>
          <pc:sldMk cId="2609033232" sldId="345"/>
        </pc:sldMkLst>
      </pc:sldChg>
      <pc:sldChg chg="modSp new mod">
        <pc:chgData name="Pasque, Kurt R LT USN NETC PENSACOLA FL (USA)" userId="38b5e835-1ec2-4171-9b70-1f10d66bfd05" providerId="ADAL" clId="{AAC914B8-594C-4B55-9193-8BC7F0BFA5DE}" dt="2026-01-09T17:35:09.305" v="801" actId="20577"/>
        <pc:sldMkLst>
          <pc:docMk/>
          <pc:sldMk cId="3260748234" sldId="346"/>
        </pc:sldMkLst>
        <pc:spChg chg="mod">
          <ac:chgData name="Pasque, Kurt R LT USN NETC PENSACOLA FL (USA)" userId="38b5e835-1ec2-4171-9b70-1f10d66bfd05" providerId="ADAL" clId="{AAC914B8-594C-4B55-9193-8BC7F0BFA5DE}" dt="2026-01-09T17:35:09.305" v="801" actId="20577"/>
          <ac:spMkLst>
            <pc:docMk/>
            <pc:sldMk cId="3260748234" sldId="346"/>
            <ac:spMk id="2" creationId="{7D3F2554-21FA-A0C7-33DF-27067A87821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01D60F8-F033-F9AE-D98A-8333B526EA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8" rIns="93177" bIns="46588" numCol="1" anchor="t" anchorCtr="0" compatLnSpc="1">
            <a:prstTxWarp prst="textNoShape">
              <a:avLst/>
            </a:prstTxWarp>
          </a:bodyPr>
          <a:lstStyle>
            <a:lvl1pPr defTabSz="931008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1A8856C-03E4-4DAC-574D-9BF775592AF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8" rIns="93177" bIns="46588" numCol="1" anchor="t" anchorCtr="0" compatLnSpc="1">
            <a:prstTxWarp prst="textNoShape">
              <a:avLst/>
            </a:prstTxWarp>
          </a:bodyPr>
          <a:lstStyle>
            <a:lvl1pPr algn="r" defTabSz="931008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CE9CC6C2-25EF-FC18-E9D3-7B4E541FC36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553BE070-0F2E-6690-DA90-FA3034D8F78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6"/>
            <a:ext cx="5607050" cy="4181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8" rIns="93177" bIns="465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E032F544-6CF6-6750-4C6E-900C0BF3C75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31263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8" rIns="93177" bIns="46588" numCol="1" anchor="b" anchorCtr="0" compatLnSpc="1">
            <a:prstTxWarp prst="textNoShape">
              <a:avLst/>
            </a:prstTxWarp>
          </a:bodyPr>
          <a:lstStyle>
            <a:lvl1pPr defTabSz="931008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D42E15D2-E406-C964-FE04-C9F6295AE6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31263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8" rIns="93177" bIns="46588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/>
            </a:lvl1pPr>
          </a:lstStyle>
          <a:p>
            <a:fld id="{7A197060-8E60-4ADD-BFB1-B40D589A951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4CC570B9-B73C-3FA5-512C-A0599837CE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9300" indent="-287338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52525" indent="-230188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14488" indent="-230188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76450" indent="-230188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33650" indent="-230188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90850" indent="-230188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48050" indent="-230188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905250" indent="-230188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8F1E648-C3D7-477A-AEF6-56A0F97852AD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6779D195-8EDD-C475-439E-3E1C39A7FA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2263BF2B-6D86-7799-79A6-41D8DF19CE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80EB888-E353-A4F1-D16F-A335C812D9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D7340C8-1A10-24B5-3044-ADEB4F400E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39A1FD-4CAA-704F-CB34-F4E2C9B24D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DBB3FE-0003-4D53-9C03-0BF9074ABB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908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522CEB-AB59-E578-93D2-74F7CBE56B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75B11D0-EB22-79C6-7CF9-187DC6EF96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5DA3EAF-4811-ECBD-14BC-C55EDD9E1F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F55995-CC51-4760-836D-534FA45C8F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2917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23F46A-B52F-805F-3977-7DC999B24B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E22CC6-8172-809D-D3DD-B77E92E366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F0DD08-259D-130F-A46B-9E175A129D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80BD02-D1E9-4BA6-AFF2-BA85FE31EC8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8200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3A9F7B-326D-6958-0D42-3ACD6C4928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9795D2-BD8B-1D0E-EEB9-92460B38B5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F3B976-03EC-D924-3C83-64026207AD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AE5183-0323-4583-AA3E-A9663791AB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0796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FE0B52B-4684-8334-120D-D17BAB091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D669F87-E237-D8AD-C746-3E89A9AA2E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F7B83BF-C97E-5B65-65D4-034ABC1BE6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298D62-54C1-44FD-8FC8-FE036C0A2CD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3647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088CF53-95B8-6049-ED9D-28B7F75866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BCFF855-4590-5254-1F90-A3CF77C4B9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7732D89-70E1-300A-CF70-C1F77095C6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CA8555-340E-473A-BEE5-E842A8DFA4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0247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2CCE697-4BBC-4689-1ADB-A06AADA84D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5086DCB-C9F8-08A9-C679-200D214F2C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4A0F826-7538-6250-AE43-61EFFF6AF8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DD15E8-5D56-4B50-BC1A-D074B44CE74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252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ED2FE8-1B86-1FC2-DB91-EAA539FC03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DB92A-83E8-7F26-9B38-0899663B61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F91C75-D249-3732-E55F-3C9A7F01B3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546847-D7EE-469D-95F7-6CF8118FA7E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2786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74362A-93EF-8F77-5032-F21FA31C09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C35DB2-AE09-D3AE-969A-CE60C38B27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A04BAB-E004-E461-488B-565E83FD57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8A5FA8-A8FA-46E0-B132-A6874917437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8582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B3B775-88B4-F127-DCA2-0B9A506063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660945C-073D-3538-ED6C-747E698857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243736B-E1D1-E79C-EDD7-DEA2B70D76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2F78EE-80D4-4A14-B08C-AE04A2E117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5223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274638"/>
            <a:ext cx="21145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1912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A3C83BA-BC92-FF63-6C32-B9DED8EAD8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189C8A7-DD67-A6AD-DD26-BF543045AA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3731D5D-B143-3023-139D-3987AA3211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7FDCB1-DDCC-4C4B-90A8-36BBD6DE0D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1473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4F563EC-463C-41E0-53C6-27949EDB8E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89522" y="114868"/>
            <a:ext cx="7696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3BE3B85-F5F1-BE11-B667-3AD88C8E55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E4C84ED-8B37-DD8B-6CF9-3E634153C8B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1F7807D-7D60-7905-C880-EBDDF22311F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C1F5CF9-4506-16A7-55E2-7ADFE44E5D8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579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9A012A9B-5148-4D35-9D56-361C1F2E16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Line 7">
            <a:extLst>
              <a:ext uri="{FF2B5EF4-FFF2-40B4-BE49-F238E27FC236}">
                <a16:creationId xmlns:a16="http://schemas.microsoft.com/office/drawing/2014/main" id="{83F014B3-249D-3028-2AF3-8E3D5FC2133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19100" y="1219200"/>
            <a:ext cx="8305800" cy="0"/>
          </a:xfrm>
          <a:prstGeom prst="line">
            <a:avLst/>
          </a:prstGeom>
          <a:noFill/>
          <a:ln w="57150" cmpd="thickThin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05A7B1-F662-F057-4118-BED947B71AB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28600" y="152400"/>
            <a:ext cx="944553" cy="9445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00066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00066"/>
          </a:solidFill>
          <a:latin typeface="Arial" charset="0"/>
          <a:cs typeface="Arial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00066"/>
          </a:solidFill>
          <a:latin typeface="Arial" charset="0"/>
          <a:cs typeface="Arial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00066"/>
          </a:solidFill>
          <a:latin typeface="Arial" charset="0"/>
          <a:cs typeface="Arial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00066"/>
          </a:solidFill>
          <a:latin typeface="Arial" charset="0"/>
          <a:cs typeface="Arial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 i="1">
          <a:solidFill>
            <a:srgbClr val="000066"/>
          </a:solidFill>
          <a:latin typeface="Arial" charset="0"/>
          <a:cs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 i="1">
          <a:solidFill>
            <a:srgbClr val="000066"/>
          </a:solidFill>
          <a:latin typeface="Arial" charset="0"/>
          <a:cs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 i="1">
          <a:solidFill>
            <a:srgbClr val="000066"/>
          </a:solidFill>
          <a:latin typeface="Arial" charset="0"/>
          <a:cs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 i="1">
          <a:solidFill>
            <a:srgbClr val="000066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40000"/>
        </a:spcBef>
        <a:spcAft>
          <a:spcPct val="0"/>
        </a:spcAft>
        <a:buFont typeface="Wingdings" panose="05000000000000000000" pitchFamily="2" charset="2"/>
        <a:defRPr sz="2000" b="1" i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40000"/>
        </a:spcBef>
        <a:spcAft>
          <a:spcPct val="0"/>
        </a:spcAft>
        <a:buFont typeface="Wingdings" panose="05000000000000000000" pitchFamily="2" charset="2"/>
        <a:buChar char="§"/>
        <a:defRPr b="1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40000"/>
        </a:spcBef>
        <a:spcAft>
          <a:spcPct val="0"/>
        </a:spcAft>
        <a:buFont typeface="Wingdings" panose="05000000000000000000" pitchFamily="2" charset="2"/>
        <a:buChar char="§"/>
        <a:defRPr b="1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40000"/>
        </a:spcBef>
        <a:spcAft>
          <a:spcPct val="0"/>
        </a:spcAft>
        <a:buFont typeface="Wingdings" panose="05000000000000000000" pitchFamily="2" charset="2"/>
        <a:buChar char="§"/>
        <a:defRPr b="1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40000"/>
        </a:spcBef>
        <a:spcAft>
          <a:spcPct val="0"/>
        </a:spcAft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40000"/>
        </a:spcBef>
        <a:spcAft>
          <a:spcPct val="0"/>
        </a:spcAft>
        <a:buFont typeface="Wingdings" pitchFamily="2" charset="2"/>
        <a:buChar char="§"/>
        <a:defRPr sz="2000" b="1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40000"/>
        </a:spcBef>
        <a:spcAft>
          <a:spcPct val="0"/>
        </a:spcAft>
        <a:buFont typeface="Wingdings" pitchFamily="2" charset="2"/>
        <a:buChar char="§"/>
        <a:defRPr sz="2000" b="1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40000"/>
        </a:spcBef>
        <a:spcAft>
          <a:spcPct val="0"/>
        </a:spcAft>
        <a:buFont typeface="Wingdings" pitchFamily="2" charset="2"/>
        <a:buChar char="§"/>
        <a:defRPr sz="2000" b="1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40000"/>
        </a:spcBef>
        <a:spcAft>
          <a:spcPct val="0"/>
        </a:spcAft>
        <a:buFont typeface="Wingdings" pitchFamily="2" charset="2"/>
        <a:buChar char="§"/>
        <a:defRPr sz="2000" b="1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F2FC44C-5EFA-2F0C-FD88-BB2BA325418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3581400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en-US" sz="2800" i="0" dirty="0"/>
              <a:t>AI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C361856-A1C1-F38D-F275-DDDEFED17CD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4800600"/>
            <a:ext cx="6400800" cy="1752600"/>
          </a:xfrm>
        </p:spPr>
        <p:txBody>
          <a:bodyPr/>
          <a:lstStyle/>
          <a:p>
            <a:pPr eaLnBrk="1" hangingPunct="1"/>
            <a:endParaRPr lang="en-US" altLang="en-US" i="0" dirty="0">
              <a:solidFill>
                <a:srgbClr val="000066"/>
              </a:solidFill>
            </a:endParaRPr>
          </a:p>
          <a:p>
            <a:pPr eaLnBrk="1" hangingPunct="1"/>
            <a:r>
              <a:rPr lang="en-US" altLang="en-US" i="0" dirty="0">
                <a:solidFill>
                  <a:srgbClr val="000066"/>
                </a:solidFill>
              </a:rPr>
              <a:t>12Jan2026</a:t>
            </a:r>
          </a:p>
          <a:p>
            <a:pPr eaLnBrk="1" hangingPunct="1"/>
            <a:r>
              <a:rPr lang="en-US" altLang="en-US" i="0" dirty="0">
                <a:solidFill>
                  <a:srgbClr val="000066"/>
                </a:solidFill>
              </a:rPr>
              <a:t>Name</a:t>
            </a:r>
          </a:p>
        </p:txBody>
      </p:sp>
      <p:sp>
        <p:nvSpPr>
          <p:cNvPr id="3076" name="Line 5">
            <a:extLst>
              <a:ext uri="{FF2B5EF4-FFF2-40B4-BE49-F238E27FC236}">
                <a16:creationId xmlns:a16="http://schemas.microsoft.com/office/drawing/2014/main" id="{C042B245-3339-A7D4-FC1E-E46C6A23229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4724400"/>
            <a:ext cx="4343400" cy="0"/>
          </a:xfrm>
          <a:prstGeom prst="line">
            <a:avLst/>
          </a:prstGeom>
          <a:noFill/>
          <a:ln w="63500" cmpd="thinThick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077" name="Line 6">
            <a:extLst>
              <a:ext uri="{FF2B5EF4-FFF2-40B4-BE49-F238E27FC236}">
                <a16:creationId xmlns:a16="http://schemas.microsoft.com/office/drawing/2014/main" id="{A574A9C7-5354-C7DC-A109-F7AFF9C295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4724400"/>
            <a:ext cx="3124200" cy="0"/>
          </a:xfrm>
          <a:prstGeom prst="line">
            <a:avLst/>
          </a:prstGeom>
          <a:noFill/>
          <a:ln w="63500" cmpd="thinThick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3078" name="Picture 1">
            <a:extLst>
              <a:ext uri="{FF2B5EF4-FFF2-40B4-BE49-F238E27FC236}">
                <a16:creationId xmlns:a16="http://schemas.microsoft.com/office/drawing/2014/main" id="{E8239BA4-0808-79A6-237D-15742E524F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762000"/>
            <a:ext cx="27432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F2554-21FA-A0C7-33DF-27067A878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6216F-EA00-6C5F-F6BE-86D8F7CEC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6C5E7-362C-B8C4-DDBF-2CCF05DF7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5995-CC51-4760-836D-534FA45C8F29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074823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CCFF"/>
      </a:accent1>
      <a:accent2>
        <a:srgbClr val="CCCC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B9B9E7"/>
      </a:accent6>
      <a:hlink>
        <a:srgbClr val="3333CC"/>
      </a:hlink>
      <a:folHlink>
        <a:srgbClr val="AF67FF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6779</TotalTime>
  <Words>6</Words>
  <Application>Microsoft Office PowerPoint</Application>
  <PresentationFormat>On-screen Show (4:3)</PresentationFormat>
  <Paragraphs>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Wingdings</vt:lpstr>
      <vt:lpstr>Default Design</vt:lpstr>
      <vt:lpstr>AI</vt:lpstr>
      <vt:lpstr>Background</vt:lpstr>
    </vt:vector>
  </TitlesOfParts>
  <Company>NMCI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brian.casey</dc:creator>
  <cp:lastModifiedBy>Pasque, Kurt R LT USN NETC PENSACOLA FL (USA)</cp:lastModifiedBy>
  <cp:revision>101</cp:revision>
  <cp:lastPrinted>2025-01-14T18:06:04Z</cp:lastPrinted>
  <dcterms:created xsi:type="dcterms:W3CDTF">2007-09-17T13:33:01Z</dcterms:created>
  <dcterms:modified xsi:type="dcterms:W3CDTF">2026-01-09T17:35:14Z</dcterms:modified>
</cp:coreProperties>
</file>